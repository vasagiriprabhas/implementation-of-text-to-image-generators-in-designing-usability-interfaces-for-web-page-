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0" r:id="rId2"/>
    <p:sldMasterId id="2147483672" r:id="rId3"/>
    <p:sldMasterId id="2147483684" r:id="rId4"/>
    <p:sldMasterId id="2147483696" r:id="rId5"/>
  </p:sldMasterIdLst>
  <p:sldIdLst>
    <p:sldId id="256" r:id="rId6"/>
    <p:sldId id="282" r:id="rId7"/>
    <p:sldId id="258" r:id="rId8"/>
    <p:sldId id="277" r:id="rId9"/>
    <p:sldId id="262" r:id="rId10"/>
    <p:sldId id="269" r:id="rId11"/>
    <p:sldId id="268" r:id="rId12"/>
    <p:sldId id="270" r:id="rId13"/>
    <p:sldId id="281" r:id="rId14"/>
    <p:sldId id="280" r:id="rId15"/>
    <p:sldId id="26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66FF"/>
    <a:srgbClr val="66CCFF"/>
    <a:srgbClr val="0033CC"/>
    <a:srgbClr val="6600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p:scale>
          <a:sx n="66" d="100"/>
          <a:sy n="66" d="100"/>
        </p:scale>
        <p:origin x="1330" y="475"/>
      </p:cViewPr>
      <p:guideLst>
        <p:guide orient="horz" pos="2160"/>
        <p:guide pos="383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5.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8" name="Date Placeholder 27"/>
          <p:cNvSpPr>
            <a:spLocks noGrp="1"/>
          </p:cNvSpPr>
          <p:nvPr>
            <p:ph type="dt" sz="half" idx="10"/>
          </p:nvPr>
        </p:nvSpPr>
        <p:spPr/>
        <p:txBody>
          <a:bodyPr/>
          <a:lstStyle/>
          <a:p>
            <a:fld id="{4AAD347D-5ACD-4C99-B74B-A9C85AD731AF}" type="datetimeFigureOut">
              <a:rPr lang="en-US" smtClean="0"/>
              <a:t>1/7/2026</a:t>
            </a:fld>
            <a:endParaRPr lang="en-US" dirty="0"/>
          </a:p>
        </p:txBody>
      </p:sp>
      <p:sp>
        <p:nvSpPr>
          <p:cNvPr id="17" name="Footer Placeholder 16"/>
          <p:cNvSpPr>
            <a:spLocks noGrp="1"/>
          </p:cNvSpPr>
          <p:nvPr>
            <p:ph type="ftr" sz="quarter" idx="11"/>
          </p:nvPr>
        </p:nvSpPr>
        <p:spPr/>
        <p:txBody>
          <a:bodyPr/>
          <a:lstStyle/>
          <a:p>
            <a:endParaRPr lang="en-US" dirty="0"/>
          </a:p>
        </p:txBody>
      </p:sp>
      <p:sp>
        <p:nvSpPr>
          <p:cNvPr id="29" name="Slide Number Placeholder 28"/>
          <p:cNvSpPr>
            <a:spLocks noGrp="1"/>
          </p:cNvSpPr>
          <p:nvPr>
            <p:ph type="sldNum" sz="quarter" idx="12"/>
          </p:nvPr>
        </p:nvSpPr>
        <p:spPr/>
        <p:txBody>
          <a:bodyPr/>
          <a:lstStyle/>
          <a:p>
            <a:fld id="{D57F1E4F-1CFF-5643-939E-02111984F565}" type="slidenum">
              <a:rPr lang="en-US" smtClean="0"/>
              <a:t>‹#›</a:t>
            </a:fld>
            <a:endParaRPr lang="en-US" dirty="0"/>
          </a:p>
        </p:txBody>
      </p:sp>
      <p:sp>
        <p:nvSpPr>
          <p:cNvPr id="32" name="Rectangle 31"/>
          <p:cNvSpPr/>
          <p:nvPr/>
        </p:nvSpPr>
        <p:spPr>
          <a:xfrm>
            <a:off x="0" y="-1"/>
            <a:ext cx="48768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a:xfrm>
            <a:off x="412744" y="680477"/>
            <a:ext cx="60960"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0" name="Rectangle 39"/>
          <p:cNvSpPr/>
          <p:nvPr/>
        </p:nvSpPr>
        <p:spPr>
          <a:xfrm>
            <a:off x="358764"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1" name="Rectangle 40"/>
          <p:cNvSpPr/>
          <p:nvPr/>
        </p:nvSpPr>
        <p:spPr>
          <a:xfrm>
            <a:off x="333360"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2" name="Rectangle 41"/>
          <p:cNvSpPr/>
          <p:nvPr/>
        </p:nvSpPr>
        <p:spPr>
          <a:xfrm>
            <a:off x="295691"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Title 7"/>
          <p:cNvSpPr>
            <a:spLocks noGrp="1"/>
          </p:cNvSpPr>
          <p:nvPr>
            <p:ph type="ctrTitle"/>
          </p:nvPr>
        </p:nvSpPr>
        <p:spPr>
          <a:xfrm>
            <a:off x="1219200" y="4343400"/>
            <a:ext cx="10363200" cy="1975104"/>
          </a:xfrm>
        </p:spPr>
        <p:txBody>
          <a:bodyPr/>
          <a:lstStyle>
            <a:lvl1pPr marR="8890" algn="l">
              <a:defRPr sz="4000" b="1" cap="all" spc="0" baseline="0">
                <a:effectLst>
                  <a:reflection blurRad="12700" stA="34000" endA="740" endPos="53000" dir="5400000" sy="-100000" algn="bl" rotWithShape="0"/>
                </a:effectLst>
              </a:defRPr>
            </a:lvl1pPr>
          </a:lstStyle>
          <a:p>
            <a:r>
              <a:rPr kumimoji="0" lang="en-US"/>
              <a:t>Click to edit Master title style</a:t>
            </a:r>
          </a:p>
        </p:txBody>
      </p:sp>
      <p:sp>
        <p:nvSpPr>
          <p:cNvPr id="9" name="Subtitle 8"/>
          <p:cNvSpPr>
            <a:spLocks noGrp="1"/>
          </p:cNvSpPr>
          <p:nvPr>
            <p:ph type="subTitle" idx="1"/>
          </p:nvPr>
        </p:nvSpPr>
        <p:spPr>
          <a:xfrm>
            <a:off x="1219200" y="2834640"/>
            <a:ext cx="10363200" cy="1508760"/>
          </a:xfrm>
        </p:spPr>
        <p:txBody>
          <a:bodyPr lIns="100584" tIns="45720" anchor="b"/>
          <a:lstStyle>
            <a:lvl1pPr marL="0" indent="0" algn="l">
              <a:spcBef>
                <a:spcPts val="0"/>
              </a:spcBef>
              <a:buNone/>
              <a:defRPr sz="2000">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56" name="Rectangle 55"/>
          <p:cNvSpPr/>
          <p:nvPr/>
        </p:nvSpPr>
        <p:spPr>
          <a:xfrm>
            <a:off x="340388" y="5047394"/>
            <a:ext cx="97536"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5" name="Rectangle 64"/>
          <p:cNvSpPr/>
          <p:nvPr/>
        </p:nvSpPr>
        <p:spPr>
          <a:xfrm>
            <a:off x="340388" y="4796819"/>
            <a:ext cx="97536"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6" name="Rectangle 65"/>
          <p:cNvSpPr/>
          <p:nvPr/>
        </p:nvSpPr>
        <p:spPr>
          <a:xfrm>
            <a:off x="340388" y="4637685"/>
            <a:ext cx="97536"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7" name="Rectangle 66"/>
          <p:cNvSpPr/>
          <p:nvPr/>
        </p:nvSpPr>
        <p:spPr>
          <a:xfrm>
            <a:off x="340388" y="4542559"/>
            <a:ext cx="97536"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509A250-FF31-4206-8172-F9D3106AACB1}" type="datetimeFigureOut">
              <a:rPr lang="en-US" smtClean="0"/>
              <a:t>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4" name="Freeform 13"/>
          <p:cNvSpPr/>
          <p:nvPr/>
        </p:nvSpPr>
        <p:spPr bwMode="auto">
          <a:xfrm>
            <a:off x="6438603" y="1073888"/>
            <a:ext cx="5762848" cy="5791200"/>
          </a:xfrm>
          <a:custGeom>
            <a:avLst>
              <a:gd name="A1" fmla="val 0"/>
              <a:gd name="A2" fmla="val 0"/>
              <a:gd name="A3" fmla="val 0"/>
              <a:gd name="A4" fmla="val 0"/>
              <a:gd name="A5" fmla="val 0"/>
              <a:gd name="A6" fmla="val 0"/>
              <a:gd name="A7" fmla="val 0"/>
              <a:gd name="A8" fmla="val 0"/>
            </a:avLst>
            <a:gdLst/>
            <a:ahLst/>
            <a:cxnLst>
              <a:cxn ang="0">
                <a:pos x="0" y="3648"/>
              </a:cxn>
              <a:cxn ang="0">
                <a:pos x="720" y="2016"/>
              </a:cxn>
              <a:cxn ang="0">
                <a:pos x="2736" y="0"/>
              </a:cxn>
              <a:cxn ang="0">
                <a:pos x="2736" y="96"/>
              </a:cxn>
              <a:cxn ang="0">
                <a:pos x="744" y="2038"/>
              </a:cxn>
              <a:cxn ang="0">
                <a:pos x="48" y="3648"/>
              </a:cxn>
              <a:cxn ang="0">
                <a:pos x="0" y="3648"/>
              </a:cxn>
            </a:cxnLst>
            <a:rect l="0" t="0" r="0" b="0"/>
            <a:pathLst>
              <a:path w="2736" h="3648">
                <a:moveTo>
                  <a:pt x="0" y="3648"/>
                </a:moveTo>
                <a:lnTo>
                  <a:pt x="720" y="2016"/>
                </a:lnTo>
                <a:lnTo>
                  <a:pt x="2736" y="672"/>
                </a:lnTo>
                <a:lnTo>
                  <a:pt x="2736" y="720"/>
                </a:lnTo>
                <a:lnTo>
                  <a:pt x="744" y="2038"/>
                </a:lnTo>
                <a:lnTo>
                  <a:pt x="48" y="3648"/>
                </a:lnTo>
                <a:lnTo>
                  <a:pt x="48" y="3648"/>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Freeform 14"/>
          <p:cNvSpPr/>
          <p:nvPr/>
        </p:nvSpPr>
        <p:spPr bwMode="auto">
          <a:xfrm>
            <a:off x="498621" y="0"/>
            <a:ext cx="7352715" cy="6615332"/>
          </a:xfrm>
          <a:custGeom>
            <a:avLst>
              <a:gd name="A1" fmla="val 0"/>
              <a:gd name="A2" fmla="val 0"/>
              <a:gd name="A3" fmla="val 0"/>
              <a:gd name="A4" fmla="val 0"/>
              <a:gd name="A5" fmla="val 0"/>
              <a:gd name="A6" fmla="val 0"/>
              <a:gd name="A7" fmla="val 0"/>
              <a:gd name="A8" fmla="val 0"/>
            </a:avLst>
            <a:gdLst/>
            <a:ahLst/>
            <a:cxnLst>
              <a:cxn ang="0">
                <a:pos x="0" y="4080"/>
              </a:cxn>
              <a:cxn ang="0">
                <a:pos x="0" y="4128"/>
              </a:cxn>
              <a:cxn ang="0">
                <a:pos x="3504" y="2640"/>
              </a:cxn>
              <a:cxn ang="0">
                <a:pos x="2880" y="0"/>
              </a:cxn>
              <a:cxn ang="0">
                <a:pos x="2832" y="0"/>
              </a:cxn>
              <a:cxn ang="0">
                <a:pos x="3465" y="2619"/>
              </a:cxn>
              <a:cxn ang="0">
                <a:pos x="0" y="4080"/>
              </a:cxn>
            </a:cxnLst>
            <a:rect l="0" t="0" r="0" b="0"/>
            <a:pathLst>
              <a:path w="3504" h="4128">
                <a:moveTo>
                  <a:pt x="0" y="4080"/>
                </a:moveTo>
                <a:lnTo>
                  <a:pt x="0" y="4128"/>
                </a:lnTo>
                <a:lnTo>
                  <a:pt x="3504" y="2640"/>
                </a:lnTo>
                <a:lnTo>
                  <a:pt x="2880" y="0"/>
                </a:lnTo>
                <a:lnTo>
                  <a:pt x="2832" y="0"/>
                </a:lnTo>
                <a:lnTo>
                  <a:pt x="3465" y="2619"/>
                </a:lnTo>
                <a:lnTo>
                  <a:pt x="0" y="4080"/>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p:nvPr/>
        </p:nvSpPr>
        <p:spPr bwMode="auto">
          <a:xfrm rot="5236414">
            <a:off x="6635304" y="1285480"/>
            <a:ext cx="4114800" cy="158496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Freeform 15"/>
          <p:cNvSpPr/>
          <p:nvPr/>
        </p:nvSpPr>
        <p:spPr bwMode="auto">
          <a:xfrm>
            <a:off x="7924800" y="0"/>
            <a:ext cx="3657600" cy="4267200"/>
          </a:xfrm>
          <a:custGeom>
            <a:avLst>
              <a:gd name="A1" fmla="val 0"/>
              <a:gd name="A2" fmla="val 0"/>
              <a:gd name="A3" fmla="val 0"/>
              <a:gd name="A4" fmla="val 0"/>
              <a:gd name="A5" fmla="val 0"/>
              <a:gd name="A6" fmla="val 0"/>
              <a:gd name="A7" fmla="val 0"/>
              <a:gd name="A8" fmla="val 0"/>
            </a:avLst>
            <a:gdLst/>
            <a:ahLst/>
            <a:cxnLst>
              <a:cxn ang="0">
                <a:pos x="1104" y="0"/>
              </a:cxn>
              <a:cxn ang="0">
                <a:pos x="1728" y="0"/>
              </a:cxn>
              <a:cxn ang="0">
                <a:pos x="0" y="2688"/>
              </a:cxn>
              <a:cxn ang="0">
                <a:pos x="1104" y="0"/>
              </a:cxn>
            </a:cxnLst>
            <a:rect l="0" t="0" r="0" b="0"/>
            <a:pathLst>
              <a:path w="1728" h="2688">
                <a:moveTo>
                  <a:pt x="1104" y="0"/>
                </a:moveTo>
                <a:lnTo>
                  <a:pt x="1728" y="0"/>
                </a:lnTo>
                <a:lnTo>
                  <a:pt x="0" y="2688"/>
                </a:lnTo>
                <a:lnTo>
                  <a:pt x="110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Freeform 16"/>
          <p:cNvSpPr/>
          <p:nvPr/>
        </p:nvSpPr>
        <p:spPr bwMode="auto">
          <a:xfrm>
            <a:off x="7924800" y="4267200"/>
            <a:ext cx="4267200" cy="1143000"/>
          </a:xfrm>
          <a:custGeom>
            <a:avLst>
              <a:gd name="A1" fmla="val 0"/>
              <a:gd name="A2" fmla="val 0"/>
              <a:gd name="A3" fmla="val 0"/>
              <a:gd name="A4" fmla="val 0"/>
              <a:gd name="A5" fmla="val 0"/>
              <a:gd name="A6" fmla="val 0"/>
              <a:gd name="A7" fmla="val 0"/>
              <a:gd name="A8" fmla="val 0"/>
            </a:avLst>
            <a:gdLst/>
            <a:ahLst/>
            <a:cxnLst>
              <a:cxn ang="0">
                <a:pos x="0" y="0"/>
              </a:cxn>
              <a:cxn ang="0">
                <a:pos x="2016" y="240"/>
              </a:cxn>
              <a:cxn ang="0">
                <a:pos x="2016" y="720"/>
              </a:cxn>
              <a:cxn ang="0">
                <a:pos x="0" y="0"/>
              </a:cxn>
            </a:cxnLst>
            <a:rect l="0" t="0" r="0" b="0"/>
            <a:pathLst>
              <a:path w="2016" h="720">
                <a:moveTo>
                  <a:pt x="0" y="0"/>
                </a:moveTo>
                <a:lnTo>
                  <a:pt x="2016" y="240"/>
                </a:lnTo>
                <a:lnTo>
                  <a:pt x="2016" y="720"/>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Freeform 17"/>
          <p:cNvSpPr/>
          <p:nvPr/>
        </p:nvSpPr>
        <p:spPr bwMode="auto">
          <a:xfrm>
            <a:off x="7924800" y="0"/>
            <a:ext cx="1828800" cy="4267200"/>
          </a:xfrm>
          <a:custGeom>
            <a:avLst>
              <a:gd name="A1" fmla="val 0"/>
              <a:gd name="A2" fmla="val 0"/>
              <a:gd name="A3" fmla="val 0"/>
              <a:gd name="A4" fmla="val 0"/>
              <a:gd name="A5" fmla="val 0"/>
              <a:gd name="A6" fmla="val 0"/>
              <a:gd name="A7" fmla="val 0"/>
              <a:gd name="A8" fmla="val 0"/>
            </a:avLst>
            <a:gdLst/>
            <a:ahLst/>
            <a:cxnLst>
              <a:cxn ang="0">
                <a:pos x="864" y="0"/>
              </a:cxn>
              <a:cxn ang="0">
                <a:pos x="0" y="2688"/>
              </a:cxn>
              <a:cxn ang="0">
                <a:pos x="768" y="0"/>
              </a:cxn>
              <a:cxn ang="0">
                <a:pos x="864" y="0"/>
              </a:cxn>
            </a:cxnLst>
            <a:rect l="0" t="0" r="0" b="0"/>
            <a:pathLst>
              <a:path w="864" h="2688">
                <a:moveTo>
                  <a:pt x="864" y="0"/>
                </a:moveTo>
                <a:lnTo>
                  <a:pt x="0" y="2688"/>
                </a:lnTo>
                <a:lnTo>
                  <a:pt x="768" y="0"/>
                </a:lnTo>
                <a:lnTo>
                  <a:pt x="86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Freeform 18"/>
          <p:cNvSpPr/>
          <p:nvPr/>
        </p:nvSpPr>
        <p:spPr bwMode="auto">
          <a:xfrm>
            <a:off x="7931152" y="4246564"/>
            <a:ext cx="2787649" cy="2611437"/>
          </a:xfrm>
          <a:custGeom>
            <a:avLst>
              <a:gd name="A1" fmla="val 0"/>
              <a:gd name="A2" fmla="val 0"/>
              <a:gd name="A3" fmla="val 0"/>
              <a:gd name="A4" fmla="val 0"/>
              <a:gd name="A5" fmla="val 0"/>
              <a:gd name="A6" fmla="val 0"/>
              <a:gd name="A7" fmla="val 0"/>
              <a:gd name="A8" fmla="val 0"/>
            </a:avLst>
            <a:gdLst/>
            <a:ahLst/>
            <a:cxnLst>
              <a:cxn ang="0">
                <a:pos x="1071" y="1645"/>
              </a:cxn>
              <a:cxn ang="0">
                <a:pos x="1317" y="1645"/>
              </a:cxn>
              <a:cxn ang="0">
                <a:pos x="0" y="0"/>
              </a:cxn>
              <a:cxn ang="0">
                <a:pos x="1071" y="1645"/>
              </a:cxn>
            </a:cxnLst>
            <a:rect l="0" t="0" r="0" b="0"/>
            <a:pathLst>
              <a:path w="1317" h="1645">
                <a:moveTo>
                  <a:pt x="1071" y="1645"/>
                </a:moveTo>
                <a:lnTo>
                  <a:pt x="1317" y="1645"/>
                </a:lnTo>
                <a:lnTo>
                  <a:pt x="0" y="0"/>
                </a:lnTo>
                <a:lnTo>
                  <a:pt x="1071" y="1645"/>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Freeform 19"/>
          <p:cNvSpPr/>
          <p:nvPr/>
        </p:nvSpPr>
        <p:spPr bwMode="auto">
          <a:xfrm>
            <a:off x="7924800" y="4267200"/>
            <a:ext cx="2133600" cy="2590800"/>
          </a:xfrm>
          <a:custGeom>
            <a:avLst>
              <a:gd name="A1" fmla="val 0"/>
              <a:gd name="A2" fmla="val 0"/>
              <a:gd name="A3" fmla="val 0"/>
              <a:gd name="A4" fmla="val 0"/>
              <a:gd name="A5" fmla="val 0"/>
              <a:gd name="A6" fmla="val 0"/>
              <a:gd name="A7" fmla="val 0"/>
              <a:gd name="A8" fmla="val 0"/>
            </a:avLst>
            <a:gdLst/>
            <a:ahLst/>
            <a:cxnLst>
              <a:cxn ang="0">
                <a:pos x="1008" y="1632"/>
              </a:cxn>
              <a:cxn ang="0">
                <a:pos x="0" y="0"/>
              </a:cxn>
              <a:cxn ang="0">
                <a:pos x="960" y="1632"/>
              </a:cxn>
              <a:cxn ang="0">
                <a:pos x="1008" y="1632"/>
              </a:cxn>
            </a:cxnLst>
            <a:rect l="0" t="0" r="0" b="0"/>
            <a:pathLst>
              <a:path w="1008" h="1632">
                <a:moveTo>
                  <a:pt x="1008" y="1632"/>
                </a:moveTo>
                <a:lnTo>
                  <a:pt x="0" y="0"/>
                </a:lnTo>
                <a:lnTo>
                  <a:pt x="960" y="1632"/>
                </a:lnTo>
                <a:lnTo>
                  <a:pt x="1008"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1" name="Freeform 20"/>
          <p:cNvSpPr/>
          <p:nvPr/>
        </p:nvSpPr>
        <p:spPr bwMode="auto">
          <a:xfrm>
            <a:off x="7924800" y="1371600"/>
            <a:ext cx="4267200" cy="2895600"/>
          </a:xfrm>
          <a:custGeom>
            <a:avLst>
              <a:gd name="A1" fmla="val 0"/>
              <a:gd name="A2" fmla="val 0"/>
              <a:gd name="A3" fmla="val 0"/>
              <a:gd name="A4" fmla="val 0"/>
              <a:gd name="A5" fmla="val 0"/>
              <a:gd name="A6" fmla="val 0"/>
              <a:gd name="A7" fmla="val 0"/>
              <a:gd name="A8" fmla="val 0"/>
            </a:avLst>
            <a:gdLst/>
            <a:ahLst/>
            <a:cxnLst>
              <a:cxn ang="0">
                <a:pos x="2016" y="0"/>
              </a:cxn>
              <a:cxn ang="0">
                <a:pos x="2016" y="144"/>
              </a:cxn>
              <a:cxn ang="0">
                <a:pos x="0" y="1824"/>
              </a:cxn>
              <a:cxn ang="0">
                <a:pos x="2016" y="0"/>
              </a:cxn>
            </a:cxnLst>
            <a:rect l="0" t="0" r="0" b="0"/>
            <a:pathLst>
              <a:path w="2016" h="1824">
                <a:moveTo>
                  <a:pt x="2016" y="0"/>
                </a:moveTo>
                <a:lnTo>
                  <a:pt x="2016" y="144"/>
                </a:lnTo>
                <a:lnTo>
                  <a:pt x="0" y="1824"/>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Freeform 21"/>
          <p:cNvSpPr/>
          <p:nvPr/>
        </p:nvSpPr>
        <p:spPr bwMode="auto">
          <a:xfrm>
            <a:off x="7924800" y="1752600"/>
            <a:ext cx="4267200" cy="2514600"/>
          </a:xfrm>
          <a:custGeom>
            <a:avLst>
              <a:gd name="A1" fmla="val 0"/>
              <a:gd name="A2" fmla="val 0"/>
              <a:gd name="A3" fmla="val 0"/>
              <a:gd name="A4" fmla="val 0"/>
              <a:gd name="A5" fmla="val 0"/>
              <a:gd name="A6" fmla="val 0"/>
              <a:gd name="A7" fmla="val 0"/>
              <a:gd name="A8" fmla="val 0"/>
            </a:avLst>
            <a:gdLst/>
            <a:ahLst/>
            <a:cxnLst>
              <a:cxn ang="0">
                <a:pos x="2016" y="0"/>
              </a:cxn>
              <a:cxn ang="0">
                <a:pos x="0" y="1584"/>
              </a:cxn>
              <a:cxn ang="0">
                <a:pos x="2016" y="48"/>
              </a:cxn>
              <a:cxn ang="0">
                <a:pos x="2016" y="0"/>
              </a:cxn>
            </a:cxnLst>
            <a:rect l="0" t="0" r="0" b="0"/>
            <a:pathLst>
              <a:path w="2016" h="1584">
                <a:moveTo>
                  <a:pt x="2016" y="0"/>
                </a:moveTo>
                <a:lnTo>
                  <a:pt x="0" y="1584"/>
                </a:lnTo>
                <a:lnTo>
                  <a:pt x="2016" y="48"/>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3" name="Freeform 22"/>
          <p:cNvSpPr/>
          <p:nvPr/>
        </p:nvSpPr>
        <p:spPr bwMode="auto">
          <a:xfrm>
            <a:off x="1320800" y="4267200"/>
            <a:ext cx="6604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120" y="0"/>
              </a:cxn>
              <a:cxn ang="0">
                <a:pos x="1056" y="1632"/>
              </a:cxn>
              <a:cxn ang="0">
                <a:pos x="0" y="1632"/>
              </a:cxn>
            </a:cxnLst>
            <a:rect l="0" t="0" r="0" b="0"/>
            <a:pathLst>
              <a:path w="3120" h="1632">
                <a:moveTo>
                  <a:pt x="0" y="1632"/>
                </a:moveTo>
                <a:lnTo>
                  <a:pt x="3120" y="0"/>
                </a:lnTo>
                <a:lnTo>
                  <a:pt x="1056"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4" name="Freeform 23"/>
          <p:cNvSpPr/>
          <p:nvPr/>
        </p:nvSpPr>
        <p:spPr bwMode="auto">
          <a:xfrm>
            <a:off x="711200" y="4267200"/>
            <a:ext cx="7112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360" y="0"/>
              </a:cxn>
              <a:cxn ang="0">
                <a:pos x="144" y="1632"/>
              </a:cxn>
              <a:cxn ang="0">
                <a:pos x="0" y="1632"/>
              </a:cxn>
            </a:cxnLst>
            <a:rect l="0" t="0" r="0" b="0"/>
            <a:pathLst>
              <a:path w="3360" h="1632">
                <a:moveTo>
                  <a:pt x="0" y="1632"/>
                </a:moveTo>
                <a:lnTo>
                  <a:pt x="3360" y="0"/>
                </a:lnTo>
                <a:lnTo>
                  <a:pt x="144"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5" name="Freeform 24"/>
          <p:cNvSpPr/>
          <p:nvPr/>
        </p:nvSpPr>
        <p:spPr bwMode="auto">
          <a:xfrm>
            <a:off x="489099" y="2438400"/>
            <a:ext cx="7518400" cy="1828800"/>
          </a:xfrm>
          <a:custGeom>
            <a:avLst>
              <a:gd name="A1" fmla="val 0"/>
              <a:gd name="A2" fmla="val 0"/>
              <a:gd name="A3" fmla="val 0"/>
              <a:gd name="A4" fmla="val 0"/>
              <a:gd name="A5" fmla="val 0"/>
              <a:gd name="A6" fmla="val 0"/>
              <a:gd name="A7" fmla="val 0"/>
              <a:gd name="A8" fmla="val 0"/>
            </a:avLst>
            <a:gdLst/>
            <a:ahLst/>
            <a:cxnLst>
              <a:cxn ang="0">
                <a:pos x="0" y="0"/>
              </a:cxn>
              <a:cxn ang="0">
                <a:pos x="3552" y="1152"/>
              </a:cxn>
              <a:cxn ang="0">
                <a:pos x="0" y="384"/>
              </a:cxn>
              <a:cxn ang="0">
                <a:pos x="0" y="0"/>
              </a:cxn>
            </a:cxnLst>
            <a:rect l="0" t="0" r="0" b="0"/>
            <a:pathLst>
              <a:path w="3552" h="1152">
                <a:moveTo>
                  <a:pt x="0" y="0"/>
                </a:moveTo>
                <a:lnTo>
                  <a:pt x="3504" y="1152"/>
                </a:lnTo>
                <a:lnTo>
                  <a:pt x="0" y="384"/>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6" name="Freeform 25"/>
          <p:cNvSpPr/>
          <p:nvPr/>
        </p:nvSpPr>
        <p:spPr bwMode="auto">
          <a:xfrm>
            <a:off x="489099" y="2133600"/>
            <a:ext cx="7518400" cy="213360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Freeform 26"/>
          <p:cNvSpPr/>
          <p:nvPr/>
        </p:nvSpPr>
        <p:spPr bwMode="auto">
          <a:xfrm>
            <a:off x="6096000" y="4267200"/>
            <a:ext cx="1828800" cy="2590800"/>
          </a:xfrm>
          <a:custGeom>
            <a:avLst>
              <a:gd name="A1" fmla="val 0"/>
              <a:gd name="A2" fmla="val 0"/>
              <a:gd name="A3" fmla="val 0"/>
              <a:gd name="A4" fmla="val 0"/>
              <a:gd name="A5" fmla="val 0"/>
              <a:gd name="A6" fmla="val 0"/>
              <a:gd name="A7" fmla="val 0"/>
              <a:gd name="A8" fmla="val 0"/>
            </a:avLst>
            <a:gdLst/>
            <a:ahLst/>
            <a:cxnLst>
              <a:cxn ang="0">
                <a:pos x="0" y="1632"/>
              </a:cxn>
              <a:cxn ang="0">
                <a:pos x="96" y="1632"/>
              </a:cxn>
              <a:cxn ang="0">
                <a:pos x="864" y="0"/>
              </a:cxn>
              <a:cxn ang="0">
                <a:pos x="0" y="1632"/>
              </a:cxn>
            </a:cxnLst>
            <a:rect l="0" t="0" r="0" b="0"/>
            <a:pathLst>
              <a:path w="864" h="1632">
                <a:moveTo>
                  <a:pt x="0" y="1632"/>
                </a:moveTo>
                <a:lnTo>
                  <a:pt x="96" y="1632"/>
                </a:lnTo>
                <a:lnTo>
                  <a:pt x="864" y="0"/>
                </a:lnTo>
                <a:lnTo>
                  <a:pt x="0" y="1632"/>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3" name="Text Placeholder 2"/>
          <p:cNvSpPr>
            <a:spLocks noGrp="1"/>
          </p:cNvSpPr>
          <p:nvPr>
            <p:ph type="body" idx="1"/>
          </p:nvPr>
        </p:nvSpPr>
        <p:spPr>
          <a:xfrm>
            <a:off x="942536" y="1351672"/>
            <a:ext cx="7624064" cy="977486"/>
          </a:xfrm>
        </p:spPr>
        <p:txBody>
          <a:bodyPr lIns="82296" tIns="45720" bIns="0" anchor="t"/>
          <a:lstStyle>
            <a:lvl1pPr marL="54610" indent="0">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smtClean="0"/>
              <a:t>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
        <p:nvSpPr>
          <p:cNvPr id="7" name="Rectangle 6"/>
          <p:cNvSpPr/>
          <p:nvPr/>
        </p:nvSpPr>
        <p:spPr>
          <a:xfrm>
            <a:off x="484213" y="402265"/>
            <a:ext cx="11338560"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42536" y="512064"/>
            <a:ext cx="10875264" cy="777240"/>
          </a:xfrm>
        </p:spPr>
        <p:txBody>
          <a:bodyPr tIns="64008"/>
          <a:lstStyle>
            <a:lvl1pPr algn="l">
              <a:buNone/>
              <a:defRPr sz="3800" b="0" cap="none" spc="-150" baseline="0"/>
            </a:lvl1pPr>
          </a:lstStyle>
          <a:p>
            <a:r>
              <a:rPr kumimoji="0" lang="en-US"/>
              <a:t>Click to edit Master title style</a:t>
            </a:r>
          </a:p>
        </p:txBody>
      </p:sp>
      <p:sp>
        <p:nvSpPr>
          <p:cNvPr id="8" name="Rectangle 7"/>
          <p:cNvSpPr/>
          <p:nvPr/>
        </p:nvSpPr>
        <p:spPr>
          <a:xfrm flipH="1">
            <a:off x="495384"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Rectangle 8"/>
          <p:cNvSpPr/>
          <p:nvPr/>
        </p:nvSpPr>
        <p:spPr>
          <a:xfrm flipH="1">
            <a:off x="548145"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flipH="1">
            <a:off x="597933"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H="1">
            <a:off x="635603"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a:xfrm>
            <a:off x="667304" y="680477"/>
            <a:ext cx="48768"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512064"/>
            <a:ext cx="10972800" cy="914400"/>
          </a:xfrm>
        </p:spPr>
        <p:txBody>
          <a:bodyPr/>
          <a:lstStyle/>
          <a:p>
            <a:r>
              <a:rPr kumimoji="0" lang="en-US"/>
              <a:t>Click to edit Master title style</a:t>
            </a:r>
          </a:p>
        </p:txBody>
      </p:sp>
      <p:sp>
        <p:nvSpPr>
          <p:cNvPr id="3" name="Content Placeholder 2"/>
          <p:cNvSpPr>
            <a:spLocks noGrp="1"/>
          </p:cNvSpPr>
          <p:nvPr>
            <p:ph sz="half" idx="1"/>
          </p:nvPr>
        </p:nvSpPr>
        <p:spPr>
          <a:xfrm>
            <a:off x="619125" y="1770502"/>
            <a:ext cx="53848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6207125" y="1770502"/>
            <a:ext cx="53848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9796027F-7875-4030-9381-8BD8C4F21935}" type="datetimeFigureOut">
              <a:rPr lang="en-US" smtClean="0"/>
              <a:t>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5" name="Rectangle 24"/>
          <p:cNvSpPr/>
          <p:nvPr/>
        </p:nvSpPr>
        <p:spPr>
          <a:xfrm>
            <a:off x="0" y="402266"/>
            <a:ext cx="11822773"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673099" y="512064"/>
            <a:ext cx="10363200" cy="914400"/>
          </a:xfrm>
        </p:spPr>
        <p:txBody>
          <a:bodyPr anchor="t"/>
          <a:lstStyle>
            <a:lvl1pPr>
              <a:defRPr sz="4000"/>
            </a:lvl1pPr>
          </a:lstStyle>
          <a:p>
            <a:r>
              <a:rPr kumimoji="0" lang="en-US"/>
              <a:t>Click to edit Master title style</a:t>
            </a:r>
          </a:p>
        </p:txBody>
      </p:sp>
      <p:sp>
        <p:nvSpPr>
          <p:cNvPr id="3" name="Text Placeholder 2"/>
          <p:cNvSpPr>
            <a:spLocks noGrp="1"/>
          </p:cNvSpPr>
          <p:nvPr>
            <p:ph type="body" idx="1"/>
          </p:nvPr>
        </p:nvSpPr>
        <p:spPr>
          <a:xfrm>
            <a:off x="609600" y="1809750"/>
            <a:ext cx="5386917" cy="639762"/>
          </a:xfrm>
        </p:spPr>
        <p:txBody>
          <a:bodyPr anchor="ctr"/>
          <a:lstStyle>
            <a:lvl1pPr marL="73025" indent="0" algn="l">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3368" y="1809750"/>
            <a:ext cx="5389033" cy="639762"/>
          </a:xfrm>
        </p:spPr>
        <p:txBody>
          <a:bodyPr anchor="ctr"/>
          <a:lstStyle>
            <a:lvl1pPr marL="73025"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9600" y="2459037"/>
            <a:ext cx="5386917" cy="3959352"/>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6193368" y="2459037"/>
            <a:ext cx="5389033" cy="3959352"/>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9796027F-7875-4030-9381-8BD8C4F21935}" type="datetimeFigureOut">
              <a:rPr lang="en-US" smtClean="0"/>
              <a:t>1/7/2026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
        <p:nvSpPr>
          <p:cNvPr id="16" name="Rectangle 15"/>
          <p:cNvSpPr/>
          <p:nvPr/>
        </p:nvSpPr>
        <p:spPr>
          <a:xfrm>
            <a:off x="117053" y="680477"/>
            <a:ext cx="60960"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7" name="Rectangle 16"/>
          <p:cNvSpPr/>
          <p:nvPr/>
        </p:nvSpPr>
        <p:spPr>
          <a:xfrm>
            <a:off x="63073"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Rectangle 17"/>
          <p:cNvSpPr/>
          <p:nvPr/>
        </p:nvSpPr>
        <p:spPr>
          <a:xfrm>
            <a:off x="37669"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Rectangle 19"/>
          <p:cNvSpPr/>
          <p:nvPr/>
        </p:nvSpPr>
        <p:spPr>
          <a:xfrm flipH="1">
            <a:off x="199693"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Rectangle 20"/>
          <p:cNvSpPr/>
          <p:nvPr/>
        </p:nvSpPr>
        <p:spPr>
          <a:xfrm flipH="1">
            <a:off x="252455"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Rectangle 21"/>
          <p:cNvSpPr/>
          <p:nvPr/>
        </p:nvSpPr>
        <p:spPr>
          <a:xfrm flipH="1">
            <a:off x="302243"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flipH="1">
            <a:off x="339912"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0" name="Rectangle 29"/>
          <p:cNvSpPr/>
          <p:nvPr/>
        </p:nvSpPr>
        <p:spPr>
          <a:xfrm>
            <a:off x="371613" y="680477"/>
            <a:ext cx="48768"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219200" y="512064"/>
            <a:ext cx="10363200" cy="914400"/>
          </a:xfrm>
        </p:spPr>
        <p:txBody>
          <a:bodyPr/>
          <a:lstStyle>
            <a:lvl1pPr>
              <a:defRPr sz="4000" cap="none" baseline="0"/>
            </a:lvl1pPr>
          </a:lstStyle>
          <a:p>
            <a:r>
              <a:rPr kumimoji="0" lang="en-US"/>
              <a:t>Click to edit Master title style</a:t>
            </a:r>
          </a:p>
        </p:txBody>
      </p:sp>
      <p:sp>
        <p:nvSpPr>
          <p:cNvPr id="3" name="Date Placeholder 2"/>
          <p:cNvSpPr>
            <a:spLocks noGrp="1"/>
          </p:cNvSpPr>
          <p:nvPr>
            <p:ph type="dt" sz="half" idx="10"/>
          </p:nvPr>
        </p:nvSpPr>
        <p:spPr/>
        <p:txBody>
          <a:bodyPr/>
          <a:lstStyle/>
          <a:p>
            <a:fld id="{4509A250-FF31-4206-8172-F9D3106AACB1}" type="datetimeFigureOut">
              <a:rPr lang="en-US" smtClean="0"/>
              <a:t>1/7/2026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1/7/2026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10972800" cy="1162050"/>
          </a:xfrm>
        </p:spPr>
        <p:txBody>
          <a:bodyPr anchor="ctr"/>
          <a:lstStyle>
            <a:lvl1pPr algn="l">
              <a:buNone/>
              <a:defRPr sz="3600" b="0"/>
            </a:lvl1pPr>
          </a:lstStyle>
          <a:p>
            <a:r>
              <a:rPr kumimoji="0" lang="en-US"/>
              <a:t>Click to edit Master title style</a:t>
            </a:r>
          </a:p>
        </p:txBody>
      </p:sp>
      <p:sp>
        <p:nvSpPr>
          <p:cNvPr id="3" name="Text Placeholder 2"/>
          <p:cNvSpPr>
            <a:spLocks noGrp="1"/>
          </p:cNvSpPr>
          <p:nvPr>
            <p:ph type="body" idx="2"/>
          </p:nvPr>
        </p:nvSpPr>
        <p:spPr>
          <a:xfrm>
            <a:off x="914400" y="1435100"/>
            <a:ext cx="3352800" cy="4572000"/>
          </a:xfrm>
        </p:spPr>
        <p:txBody>
          <a:bodyPr/>
          <a:lstStyle>
            <a:lvl1pPr marL="5461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0" y="1435100"/>
            <a:ext cx="7315200" cy="457200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4509A250-FF31-4206-8172-F9D3106AACB1}" type="datetimeFigureOut">
              <a:rPr lang="en-US" smtClean="0"/>
              <a:t>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490709" y="0"/>
            <a:ext cx="11704320" cy="1878037"/>
          </a:xfrm>
          <a:prstGeom prst="rect">
            <a:avLst/>
          </a:prstGeom>
          <a:solidFill>
            <a:srgbClr val="000000">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cxnSp>
        <p:nvCxnSpPr>
          <p:cNvPr id="9" name="Straight Connector 8"/>
          <p:cNvCxnSpPr/>
          <p:nvPr/>
        </p:nvCxnSpPr>
        <p:spPr>
          <a:xfrm flipV="1">
            <a:off x="484260" y="1885028"/>
            <a:ext cx="11710163" cy="0"/>
          </a:xfrm>
          <a:prstGeom prst="line">
            <a:avLst/>
          </a:prstGeom>
          <a:noFill/>
          <a:ln w="19050" cap="flat" cmpd="sng" algn="ctr">
            <a:solidFill>
              <a:srgbClr val="FFFFFF">
                <a:alpha val="100000"/>
              </a:srgbClr>
            </a:solidFill>
            <a:prstDash val="solid"/>
            <a:miter lim="800000"/>
          </a:ln>
          <a:effectLst/>
        </p:spPr>
        <p:style>
          <a:lnRef idx="2">
            <a:schemeClr val="accent1"/>
          </a:lnRef>
          <a:fillRef idx="0">
            <a:schemeClr val="accent1"/>
          </a:fillRef>
          <a:effectRef idx="1">
            <a:schemeClr val="accent1"/>
          </a:effectRef>
          <a:fontRef idx="minor">
            <a:schemeClr val="tx1"/>
          </a:fontRef>
        </p:style>
      </p:cxnSp>
      <p:grpSp>
        <p:nvGrpSpPr>
          <p:cNvPr id="10" name="Group 9"/>
          <p:cNvGrpSpPr/>
          <p:nvPr/>
        </p:nvGrpSpPr>
        <p:grpSpPr>
          <a:xfrm rot="5400000">
            <a:off x="11374903" y="1197789"/>
            <a:ext cx="132763" cy="171288"/>
            <a:chOff x="6668087" y="1297746"/>
            <a:chExt cx="161840" cy="156602"/>
          </a:xfrm>
        </p:grpSpPr>
        <p:cxnSp>
          <p:nvCxnSpPr>
            <p:cNvPr id="15" name="Straight Connector 14"/>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2" name="Title 1"/>
          <p:cNvSpPr>
            <a:spLocks noGrp="1"/>
          </p:cNvSpPr>
          <p:nvPr>
            <p:ph type="title"/>
          </p:nvPr>
        </p:nvSpPr>
        <p:spPr bwMode="grayWhite">
          <a:xfrm>
            <a:off x="1219200" y="441252"/>
            <a:ext cx="9144000" cy="701749"/>
          </a:xfrm>
        </p:spPr>
        <p:txBody>
          <a:bodyPr anchor="b"/>
          <a:lstStyle>
            <a:lvl1pPr algn="l">
              <a:buNone/>
              <a:defRPr sz="2100" b="0"/>
            </a:lvl1pPr>
          </a:lstStyle>
          <a:p>
            <a:r>
              <a:rPr kumimoji="0" lang="en-US"/>
              <a:t>Click to edit Master title style</a:t>
            </a:r>
          </a:p>
        </p:txBody>
      </p:sp>
      <p:sp>
        <p:nvSpPr>
          <p:cNvPr id="3" name="Picture Placeholder 2"/>
          <p:cNvSpPr>
            <a:spLocks noGrp="1"/>
          </p:cNvSpPr>
          <p:nvPr>
            <p:ph type="pic" idx="1"/>
          </p:nvPr>
        </p:nvSpPr>
        <p:spPr>
          <a:xfrm>
            <a:off x="490709" y="1893781"/>
            <a:ext cx="11704320" cy="4960144"/>
          </a:xfrm>
          <a:solidFill>
            <a:schemeClr val="bg2"/>
          </a:solidFill>
        </p:spPr>
        <p:txBody>
          <a:bodyPr/>
          <a:lstStyle>
            <a:lvl1pPr marL="0" indent="0">
              <a:buNone/>
              <a:defRPr sz="3200"/>
            </a:lvl1pPr>
          </a:lstStyle>
          <a:p>
            <a:r>
              <a:rPr kumimoji="0" lang="en-US"/>
              <a:t>Click icon to add picture</a:t>
            </a:r>
          </a:p>
        </p:txBody>
      </p:sp>
      <p:sp>
        <p:nvSpPr>
          <p:cNvPr id="4" name="Text Placeholder 3"/>
          <p:cNvSpPr>
            <a:spLocks noGrp="1"/>
          </p:cNvSpPr>
          <p:nvPr>
            <p:ph type="body" sz="half" idx="2"/>
          </p:nvPr>
        </p:nvSpPr>
        <p:spPr bwMode="grayWhite">
          <a:xfrm>
            <a:off x="1219200" y="1150144"/>
            <a:ext cx="9144000" cy="685800"/>
          </a:xfrm>
        </p:spPr>
        <p:txBody>
          <a:bodyPr/>
          <a:lstStyle>
            <a:lvl1pPr marL="27305" indent="0">
              <a:spcBef>
                <a:spcPts val="0"/>
              </a:spcBef>
              <a:buNone/>
              <a:defRPr sz="1400">
                <a:solidFill>
                  <a:srgbClr val="FFFFFF"/>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grpSp>
        <p:nvGrpSpPr>
          <p:cNvPr id="14" name="Group 13"/>
          <p:cNvGrpSpPr/>
          <p:nvPr/>
        </p:nvGrpSpPr>
        <p:grpSpPr>
          <a:xfrm rot="5400000">
            <a:off x="11578103" y="1350189"/>
            <a:ext cx="132763" cy="171288"/>
            <a:chOff x="6668087" y="1297746"/>
            <a:chExt cx="161840" cy="156602"/>
          </a:xfrm>
        </p:grpSpPr>
        <p:cxnSp>
          <p:nvCxnSpPr>
            <p:cNvPr id="11" name="Straight Connector 10"/>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grpSp>
        <p:nvGrpSpPr>
          <p:cNvPr id="18" name="Group 17"/>
          <p:cNvGrpSpPr/>
          <p:nvPr/>
        </p:nvGrpSpPr>
        <p:grpSpPr>
          <a:xfrm rot="5400000">
            <a:off x="11115579" y="1453352"/>
            <a:ext cx="132763" cy="171288"/>
            <a:chOff x="6668087" y="1297746"/>
            <a:chExt cx="161840" cy="156602"/>
          </a:xfrm>
        </p:grpSpPr>
        <p:cxnSp>
          <p:nvCxnSpPr>
            <p:cNvPr id="19" name="Straight Connector 18"/>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5" name="Date Placeholder 4"/>
          <p:cNvSpPr>
            <a:spLocks noGrp="1"/>
          </p:cNvSpPr>
          <p:nvPr>
            <p:ph type="dt" sz="half" idx="10"/>
          </p:nvPr>
        </p:nvSpPr>
        <p:spPr>
          <a:xfrm>
            <a:off x="8636000" y="55499"/>
            <a:ext cx="2844800" cy="365125"/>
          </a:xfrm>
        </p:spPr>
        <p:txBody>
          <a:bodyPr/>
          <a:lstStyle/>
          <a:p>
            <a:fld id="{4509A250-FF31-4206-8172-F9D3106AACB1}" type="datetimeFigureOut">
              <a:rPr lang="en-US" smtClean="0"/>
              <a:t>1/7/2026</a:t>
            </a:fld>
            <a:endParaRPr lang="en-US" dirty="0"/>
          </a:p>
        </p:txBody>
      </p:sp>
      <p:sp>
        <p:nvSpPr>
          <p:cNvPr id="6" name="Footer Placeholder 5"/>
          <p:cNvSpPr>
            <a:spLocks noGrp="1"/>
          </p:cNvSpPr>
          <p:nvPr>
            <p:ph type="ftr" sz="quarter" idx="11"/>
          </p:nvPr>
        </p:nvSpPr>
        <p:spPr>
          <a:xfrm>
            <a:off x="1219200" y="55499"/>
            <a:ext cx="7416800" cy="365125"/>
          </a:xfrm>
        </p:spPr>
        <p:txBody>
          <a:bodyPr/>
          <a:lstStyle/>
          <a:p>
            <a:endParaRPr lang="en-US" dirty="0"/>
          </a:p>
        </p:txBody>
      </p:sp>
      <p:sp>
        <p:nvSpPr>
          <p:cNvPr id="7" name="Slide Number Placeholder 6"/>
          <p:cNvSpPr>
            <a:spLocks noGrp="1"/>
          </p:cNvSpPr>
          <p:nvPr>
            <p:ph type="sldNum" sz="quarter" idx="12"/>
          </p:nvPr>
        </p:nvSpPr>
        <p:spPr>
          <a:xfrm>
            <a:off x="11480800" y="55499"/>
            <a:ext cx="609600" cy="365125"/>
          </a:xfrm>
        </p:spPr>
        <p:txBody>
          <a:bodyPr/>
          <a:lstStyle/>
          <a:p>
            <a:fld id="{D57F1E4F-1CFF-5643-939E-02111984F565}"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509A250-FF31-4206-8172-F9D3106AACB1}" type="datetimeFigureOut">
              <a:rPr lang="en-US" smtClean="0"/>
              <a:t>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641600" cy="5851525"/>
          </a:xfrm>
        </p:spPr>
        <p:txBody>
          <a:bodyPr vert="eaVert" anchor="ctr"/>
          <a:lstStyle/>
          <a:p>
            <a:r>
              <a:rPr kumimoji="0" lang="en-US"/>
              <a:t>Click to edit Master title style</a:t>
            </a:r>
          </a:p>
        </p:txBody>
      </p:sp>
      <p:sp>
        <p:nvSpPr>
          <p:cNvPr id="3" name="Vertical Text Placeholder 2"/>
          <p:cNvSpPr>
            <a:spLocks noGrp="1"/>
          </p:cNvSpPr>
          <p:nvPr>
            <p:ph type="body" orient="vert" idx="1"/>
          </p:nvPr>
        </p:nvSpPr>
        <p:spPr>
          <a:xfrm>
            <a:off x="812800" y="274640"/>
            <a:ext cx="78232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509A250-FF31-4206-8172-F9D3106AACB1}" type="datetimeFigureOut">
              <a:rPr lang="en-US" smtClean="0"/>
              <a:t>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2" cstate="print"/>
          <a:srcRect t="33333"/>
          <a:stretch>
            <a:fillRect/>
          </a:stretch>
        </p:blipFill>
        <p:spPr>
          <a:xfrm>
            <a:off x="0" y="0"/>
            <a:ext cx="12192000" cy="4572000"/>
          </a:xfrm>
          <a:prstGeom prst="rect">
            <a:avLst/>
          </a:prstGeom>
        </p:spPr>
      </p:pic>
      <p:sp>
        <p:nvSpPr>
          <p:cNvPr id="4" name="Date Placeholder 3"/>
          <p:cNvSpPr>
            <a:spLocks noGrp="1"/>
          </p:cNvSpPr>
          <p:nvPr>
            <p:ph type="dt" sz="half" idx="10"/>
          </p:nvPr>
        </p:nvSpPr>
        <p:spPr/>
        <p:txBody>
          <a:bodyPr/>
          <a:lstStyle/>
          <a:p>
            <a:fld id="{B9CA7F16-7EF7-4BAE-A533-BC5C8B1B0BEB}" type="datetimeFigureOut">
              <a:rPr lang="en-US"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
        <p:nvSpPr>
          <p:cNvPr id="3" name="Subtitle 2"/>
          <p:cNvSpPr>
            <a:spLocks noGrp="1"/>
          </p:cNvSpPr>
          <p:nvPr>
            <p:ph type="subTitle" idx="1"/>
          </p:nvPr>
        </p:nvSpPr>
        <p:spPr>
          <a:xfrm>
            <a:off x="1625600" y="3886200"/>
            <a:ext cx="8534400" cy="1752600"/>
          </a:xfrm>
        </p:spPr>
        <p:txBody>
          <a:bodyPr>
            <a:normAutofit/>
          </a:bodyPr>
          <a:lstStyle>
            <a:lvl1pPr marL="0" indent="0" algn="ctr">
              <a:buNone/>
              <a:defRPr sz="1700" baseline="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2" name="Title 1"/>
          <p:cNvSpPr>
            <a:spLocks noGrp="1"/>
          </p:cNvSpPr>
          <p:nvPr>
            <p:ph type="ctrTitle"/>
          </p:nvPr>
        </p:nvSpPr>
        <p:spPr>
          <a:xfrm>
            <a:off x="914400" y="2007893"/>
            <a:ext cx="10363200" cy="1470025"/>
          </a:xfrm>
        </p:spPr>
        <p:txBody>
          <a:bodyPr/>
          <a:lstStyle>
            <a:lvl1pPr algn="ctr">
              <a:defRPr sz="3200"/>
            </a:lvl1pPr>
          </a:lstStyle>
          <a:p>
            <a:r>
              <a:rPr lang="en-US"/>
              <a:t>Click to edit Master title style</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2800" y="274638"/>
            <a:ext cx="10566400" cy="1143000"/>
          </a:xfrm>
        </p:spPr>
        <p:txBody>
          <a:bodyPr/>
          <a:lstStyle/>
          <a:p>
            <a:r>
              <a:rPr lang="en-US"/>
              <a:t>Click to edit Master title style</a:t>
            </a:r>
            <a:endParaRPr lang="en-US" dirty="0"/>
          </a:p>
        </p:txBody>
      </p:sp>
      <p:sp>
        <p:nvSpPr>
          <p:cNvPr id="4" name="Date Placeholder 3"/>
          <p:cNvSpPr>
            <a:spLocks noGrp="1"/>
          </p:cNvSpPr>
          <p:nvPr>
            <p:ph type="dt" sz="half" idx="10"/>
          </p:nvPr>
        </p:nvSpPr>
        <p:spPr/>
        <p:txBody>
          <a:bodyPr/>
          <a:lstStyle/>
          <a:p>
            <a:fld id="{B9CA7F16-7EF7-4BAE-A533-BC5C8B1B0BEB}" type="datetimeFigureOut">
              <a:rPr lang="en-US"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
        <p:nvSpPr>
          <p:cNvPr id="8" name="Content Placeholder 7"/>
          <p:cNvSpPr>
            <a:spLocks noGrp="1"/>
          </p:cNvSpPr>
          <p:nvPr>
            <p:ph sz="quarter" idx="13"/>
          </p:nvPr>
        </p:nvSpPr>
        <p:spPr>
          <a:xfrm>
            <a:off x="812800" y="1600200"/>
            <a:ext cx="105664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12803" y="4962530"/>
            <a:ext cx="10513484" cy="1362075"/>
          </a:xfrm>
        </p:spPr>
        <p:txBody>
          <a:bodyPr anchor="t"/>
          <a:lstStyle>
            <a:lvl1pPr algn="l">
              <a:defRPr sz="3200" b="0" i="0" cap="all" baseline="0"/>
            </a:lvl1pPr>
          </a:lstStyle>
          <a:p>
            <a:r>
              <a:rPr lang="en-US"/>
              <a:t>Click to edit Master title style</a:t>
            </a:r>
            <a:endParaRPr lang="en-US" dirty="0"/>
          </a:p>
        </p:txBody>
      </p:sp>
      <p:sp>
        <p:nvSpPr>
          <p:cNvPr id="3" name="Text Placeholder 2"/>
          <p:cNvSpPr>
            <a:spLocks noGrp="1"/>
          </p:cNvSpPr>
          <p:nvPr>
            <p:ph type="body" idx="1"/>
          </p:nvPr>
        </p:nvSpPr>
        <p:spPr>
          <a:xfrm>
            <a:off x="812803" y="3462343"/>
            <a:ext cx="10513484" cy="1500187"/>
          </a:xfrm>
        </p:spPr>
        <p:txBody>
          <a:bodyPr anchor="b">
            <a:normAutofit/>
          </a:bodyPr>
          <a:lstStyle>
            <a:lvl1pPr marL="0" indent="0">
              <a:buNone/>
              <a:defRPr sz="1700" baseline="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CA7F16-7EF7-4BAE-A533-BC5C8B1B0BEB}" type="datetimeFigureOut">
              <a:rPr lang="en-US"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1" name="Content Placeholder 10"/>
          <p:cNvSpPr>
            <a:spLocks noGrp="1"/>
          </p:cNvSpPr>
          <p:nvPr>
            <p:ph sz="quarter" idx="13"/>
          </p:nvPr>
        </p:nvSpPr>
        <p:spPr>
          <a:xfrm>
            <a:off x="812800" y="1600200"/>
            <a:ext cx="4978400" cy="4114800"/>
          </a:xfrm>
        </p:spPr>
        <p:txBody>
          <a:bodyPr/>
          <a:lstStyle>
            <a:lvl5pPr>
              <a:defRPr/>
            </a:lvl5pPr>
            <a:lvl6pPr>
              <a:buClr>
                <a:schemeClr val="tx2"/>
              </a:buClr>
              <a:buFont typeface="Arial" panose="020B0604020202020204" pitchFamily="34" charset="0"/>
              <a:buChar char="•"/>
              <a:defRPr/>
            </a:lvl6pPr>
            <a:lvl7pPr>
              <a:buClr>
                <a:schemeClr val="tx2"/>
              </a:buClr>
              <a:buFont typeface="Arial" panose="020B0604020202020204" pitchFamily="34" charset="0"/>
              <a:buChar char="•"/>
              <a:defRPr/>
            </a:lvl7pPr>
            <a:lvl8pPr>
              <a:buClr>
                <a:schemeClr val="tx2"/>
              </a:buClr>
              <a:buFont typeface="Arial" panose="020B0604020202020204" pitchFamily="34" charset="0"/>
              <a:buChar char="•"/>
              <a:defRPr/>
            </a:lvl8pPr>
            <a:lvl9pPr>
              <a:buClr>
                <a:schemeClr val="tx2"/>
              </a:buClr>
              <a:buFont typeface="Arial" panose="020B0604020202020204" pitchFamily="34" charset="0"/>
              <a:buChar cha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6400800" y="1600200"/>
            <a:ext cx="4978400" cy="41148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a:xfrm>
            <a:off x="812800" y="274638"/>
            <a:ext cx="10566400" cy="1143000"/>
          </a:xfrm>
        </p:spPr>
        <p:txBody>
          <a:bodyPr/>
          <a:lstStyle/>
          <a:p>
            <a:r>
              <a:rPr lang="en-US"/>
              <a:t>Click to edit Master title style</a:t>
            </a:r>
            <a:endParaRPr lang="en-US" dirty="0"/>
          </a:p>
        </p:txBody>
      </p:sp>
      <p:sp>
        <p:nvSpPr>
          <p:cNvPr id="5" name="Date Placeholder 4"/>
          <p:cNvSpPr>
            <a:spLocks noGrp="1"/>
          </p:cNvSpPr>
          <p:nvPr>
            <p:ph type="dt" sz="half" idx="10"/>
          </p:nvPr>
        </p:nvSpPr>
        <p:spPr/>
        <p:txBody>
          <a:bodyPr/>
          <a:lstStyle/>
          <a:p>
            <a:fld id="{B9CA7F16-7EF7-4BAE-A533-BC5C8B1B0BEB}" type="datetimeFigureOut">
              <a:rPr lang="en-US" smtClean="0"/>
              <a:t>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3" name="Content Placeholder 12"/>
          <p:cNvSpPr>
            <a:spLocks noGrp="1"/>
          </p:cNvSpPr>
          <p:nvPr>
            <p:ph sz="quarter" idx="14"/>
          </p:nvPr>
        </p:nvSpPr>
        <p:spPr>
          <a:xfrm>
            <a:off x="6400800" y="2209800"/>
            <a:ext cx="49784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13"/>
          </p:nvPr>
        </p:nvSpPr>
        <p:spPr>
          <a:xfrm>
            <a:off x="812800" y="2209800"/>
            <a:ext cx="49784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a:xfrm>
            <a:off x="812800" y="274638"/>
            <a:ext cx="10566400" cy="11430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2800" y="1600200"/>
            <a:ext cx="49784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6400800" y="1600200"/>
            <a:ext cx="49784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B9CA7F16-7EF7-4BAE-A533-BC5C8B1B0BEB}" type="datetimeFigureOut">
              <a:rPr lang="en-US" smtClean="0"/>
              <a:t>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12800" y="274638"/>
            <a:ext cx="10566400" cy="11430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9CA7F16-7EF7-4BAE-A533-BC5C8B1B0BEB}" type="datetimeFigureOut">
              <a:rPr lang="en-US" smtClean="0"/>
              <a:t>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CA7F16-7EF7-4BAE-A533-BC5C8B1B0BEB}" type="datetimeFigureOut">
              <a:rPr lang="en-US" smtClean="0"/>
              <a:t>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Content Placeholder 8"/>
          <p:cNvSpPr>
            <a:spLocks noGrp="1"/>
          </p:cNvSpPr>
          <p:nvPr>
            <p:ph sz="quarter" idx="13"/>
          </p:nvPr>
        </p:nvSpPr>
        <p:spPr>
          <a:xfrm>
            <a:off x="5283200" y="1447800"/>
            <a:ext cx="6197600" cy="426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a:xfrm>
            <a:off x="816864" y="1447800"/>
            <a:ext cx="3962400" cy="1097280"/>
          </a:xfrm>
        </p:spPr>
        <p:txBody>
          <a:bodyPr anchor="b"/>
          <a:lstStyle>
            <a:lvl1pPr algn="l">
              <a:defRPr sz="1800" b="0" i="0" cap="none" baseline="0">
                <a:solidFill>
                  <a:schemeClr val="tx2"/>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816864" y="2547895"/>
            <a:ext cx="3962400" cy="3167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CA7F16-7EF7-4BAE-A533-BC5C8B1B0BEB}" type="datetimeFigureOut">
              <a:rPr lang="en-US" smtClean="0"/>
              <a:t>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pic>
        <p:nvPicPr>
          <p:cNvPr id="11" name="Picture 10" descr="horizon.png"/>
          <p:cNvPicPr>
            <a:picLocks noChangeAspect="1"/>
          </p:cNvPicPr>
          <p:nvPr/>
        </p:nvPicPr>
        <p:blipFill>
          <a:blip r:embed="rId2" cstate="print"/>
          <a:stretch>
            <a:fillRect/>
          </a:stretch>
        </p:blipFill>
        <p:spPr>
          <a:xfrm>
            <a:off x="0" y="0"/>
            <a:ext cx="12192000" cy="6858000"/>
          </a:xfrm>
          <a:prstGeom prst="rect">
            <a:avLst/>
          </a:prstGeom>
        </p:spPr>
      </p:pic>
      <p:sp>
        <p:nvSpPr>
          <p:cNvPr id="2" name="Title 1"/>
          <p:cNvSpPr>
            <a:spLocks noGrp="1"/>
          </p:cNvSpPr>
          <p:nvPr>
            <p:ph type="title"/>
          </p:nvPr>
        </p:nvSpPr>
        <p:spPr>
          <a:xfrm>
            <a:off x="812800" y="1447800"/>
            <a:ext cx="3962400" cy="1097280"/>
          </a:xfrm>
        </p:spPr>
        <p:txBody>
          <a:bodyPr anchor="b"/>
          <a:lstStyle>
            <a:lvl1pPr algn="l">
              <a:defRPr sz="1800" b="0" i="0" cap="none" baseline="0">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6209792" y="1447800"/>
            <a:ext cx="4559808" cy="3474720"/>
          </a:xfrm>
          <a:custGeom>
            <a:avLst/>
            <a:gdLst>
              <a:gd name="connsiteX0" fmla="*/ 0 w 3419856"/>
              <a:gd name="connsiteY0" fmla="*/ 74450 h 3429000"/>
              <a:gd name="connsiteX1" fmla="*/ 21806 w 3419856"/>
              <a:gd name="connsiteY1" fmla="*/ 21806 h 3429000"/>
              <a:gd name="connsiteX2" fmla="*/ 74450 w 3419856"/>
              <a:gd name="connsiteY2" fmla="*/ 0 h 3429000"/>
              <a:gd name="connsiteX3" fmla="*/ 3345406 w 3419856"/>
              <a:gd name="connsiteY3" fmla="*/ 0 h 3429000"/>
              <a:gd name="connsiteX4" fmla="*/ 3398050 w 3419856"/>
              <a:gd name="connsiteY4" fmla="*/ 21806 h 3429000"/>
              <a:gd name="connsiteX5" fmla="*/ 3419856 w 3419856"/>
              <a:gd name="connsiteY5" fmla="*/ 74450 h 3429000"/>
              <a:gd name="connsiteX6" fmla="*/ 3419856 w 3419856"/>
              <a:gd name="connsiteY6" fmla="*/ 3354550 h 3429000"/>
              <a:gd name="connsiteX7" fmla="*/ 3398050 w 3419856"/>
              <a:gd name="connsiteY7" fmla="*/ 3407194 h 3429000"/>
              <a:gd name="connsiteX8" fmla="*/ 3345406 w 3419856"/>
              <a:gd name="connsiteY8" fmla="*/ 3429000 h 3429000"/>
              <a:gd name="connsiteX9" fmla="*/ 74450 w 3419856"/>
              <a:gd name="connsiteY9" fmla="*/ 3429000 h 3429000"/>
              <a:gd name="connsiteX10" fmla="*/ 21806 w 3419856"/>
              <a:gd name="connsiteY10" fmla="*/ 3407194 h 3429000"/>
              <a:gd name="connsiteX11" fmla="*/ 0 w 3419856"/>
              <a:gd name="connsiteY11" fmla="*/ 3354550 h 3429000"/>
              <a:gd name="connsiteX12" fmla="*/ 0 w 3419856"/>
              <a:gd name="connsiteY12" fmla="*/ 74450 h 3429000"/>
              <a:gd name="connsiteX0-1" fmla="*/ 0 w 3419856"/>
              <a:gd name="connsiteY0-2" fmla="*/ 74450 h 3429000"/>
              <a:gd name="connsiteX1-3" fmla="*/ 21806 w 3419856"/>
              <a:gd name="connsiteY1-4" fmla="*/ 21806 h 3429000"/>
              <a:gd name="connsiteX2-5" fmla="*/ 74450 w 3419856"/>
              <a:gd name="connsiteY2-6" fmla="*/ 0 h 3429000"/>
              <a:gd name="connsiteX3-7" fmla="*/ 3345406 w 3419856"/>
              <a:gd name="connsiteY3-8" fmla="*/ 0 h 3429000"/>
              <a:gd name="connsiteX4-9" fmla="*/ 3398050 w 3419856"/>
              <a:gd name="connsiteY4-10" fmla="*/ 21806 h 3429000"/>
              <a:gd name="connsiteX5-11" fmla="*/ 3419856 w 3419856"/>
              <a:gd name="connsiteY5-12" fmla="*/ 74450 h 3429000"/>
              <a:gd name="connsiteX6-13" fmla="*/ 3419856 w 3419856"/>
              <a:gd name="connsiteY6-14" fmla="*/ 3354550 h 3429000"/>
              <a:gd name="connsiteX7-15" fmla="*/ 3398050 w 3419856"/>
              <a:gd name="connsiteY7-16" fmla="*/ 3407194 h 3429000"/>
              <a:gd name="connsiteX8-17" fmla="*/ 3345406 w 3419856"/>
              <a:gd name="connsiteY8-18" fmla="*/ 3429000 h 3429000"/>
              <a:gd name="connsiteX9-19" fmla="*/ 21806 w 3419856"/>
              <a:gd name="connsiteY9-20" fmla="*/ 3407194 h 3429000"/>
              <a:gd name="connsiteX10-21" fmla="*/ 0 w 3419856"/>
              <a:gd name="connsiteY10-22" fmla="*/ 3354550 h 3429000"/>
              <a:gd name="connsiteX11-23" fmla="*/ 0 w 3419856"/>
              <a:gd name="connsiteY11-24" fmla="*/ 74450 h 3429000"/>
              <a:gd name="connsiteX0-25" fmla="*/ 0 w 3964392"/>
              <a:gd name="connsiteY0-26" fmla="*/ 74450 h 3415968"/>
              <a:gd name="connsiteX1-27" fmla="*/ 21806 w 3964392"/>
              <a:gd name="connsiteY1-28" fmla="*/ 21806 h 3415968"/>
              <a:gd name="connsiteX2-29" fmla="*/ 74450 w 3964392"/>
              <a:gd name="connsiteY2-30" fmla="*/ 0 h 3415968"/>
              <a:gd name="connsiteX3-31" fmla="*/ 3345406 w 3964392"/>
              <a:gd name="connsiteY3-32" fmla="*/ 0 h 3415968"/>
              <a:gd name="connsiteX4-33" fmla="*/ 3398050 w 3964392"/>
              <a:gd name="connsiteY4-34" fmla="*/ 21806 h 3415968"/>
              <a:gd name="connsiteX5-35" fmla="*/ 3419856 w 3964392"/>
              <a:gd name="connsiteY5-36" fmla="*/ 74450 h 3415968"/>
              <a:gd name="connsiteX6-37" fmla="*/ 3419856 w 3964392"/>
              <a:gd name="connsiteY6-38" fmla="*/ 3354550 h 3415968"/>
              <a:gd name="connsiteX7-39" fmla="*/ 3398050 w 3964392"/>
              <a:gd name="connsiteY7-40" fmla="*/ 3407194 h 3415968"/>
              <a:gd name="connsiteX8-41" fmla="*/ 21806 w 3964392"/>
              <a:gd name="connsiteY8-42" fmla="*/ 3407194 h 3415968"/>
              <a:gd name="connsiteX9-43" fmla="*/ 0 w 3964392"/>
              <a:gd name="connsiteY9-44" fmla="*/ 3354550 h 3415968"/>
              <a:gd name="connsiteX10-45" fmla="*/ 0 w 3964392"/>
              <a:gd name="connsiteY10-46" fmla="*/ 74450 h 3415968"/>
              <a:gd name="connsiteX0-47" fmla="*/ 0 w 3964392"/>
              <a:gd name="connsiteY0-48" fmla="*/ 74450 h 3415968"/>
              <a:gd name="connsiteX1-49" fmla="*/ 21806 w 3964392"/>
              <a:gd name="connsiteY1-50" fmla="*/ 21806 h 3415968"/>
              <a:gd name="connsiteX2-51" fmla="*/ 74450 w 3964392"/>
              <a:gd name="connsiteY2-52" fmla="*/ 0 h 3415968"/>
              <a:gd name="connsiteX3-53" fmla="*/ 3345406 w 3964392"/>
              <a:gd name="connsiteY3-54" fmla="*/ 0 h 3415968"/>
              <a:gd name="connsiteX4-55" fmla="*/ 3398050 w 3964392"/>
              <a:gd name="connsiteY4-56" fmla="*/ 21806 h 3415968"/>
              <a:gd name="connsiteX5-57" fmla="*/ 3419856 w 3964392"/>
              <a:gd name="connsiteY5-58" fmla="*/ 74450 h 3415968"/>
              <a:gd name="connsiteX6-59" fmla="*/ 3419856 w 3964392"/>
              <a:gd name="connsiteY6-60" fmla="*/ 3354550 h 3415968"/>
              <a:gd name="connsiteX7-61" fmla="*/ 3398050 w 3964392"/>
              <a:gd name="connsiteY7-62" fmla="*/ 3407194 h 3415968"/>
              <a:gd name="connsiteX8-63" fmla="*/ 21806 w 3964392"/>
              <a:gd name="connsiteY8-64" fmla="*/ 3407194 h 3415968"/>
              <a:gd name="connsiteX9-65" fmla="*/ 0 w 3964392"/>
              <a:gd name="connsiteY9-66" fmla="*/ 3354550 h 3415968"/>
              <a:gd name="connsiteX10-67" fmla="*/ 0 w 3964392"/>
              <a:gd name="connsiteY10-68" fmla="*/ 74450 h 3415968"/>
              <a:gd name="connsiteX0-69" fmla="*/ 0 w 3968026"/>
              <a:gd name="connsiteY0-70" fmla="*/ 74450 h 3910007"/>
              <a:gd name="connsiteX1-71" fmla="*/ 21806 w 3968026"/>
              <a:gd name="connsiteY1-72" fmla="*/ 21806 h 3910007"/>
              <a:gd name="connsiteX2-73" fmla="*/ 74450 w 3968026"/>
              <a:gd name="connsiteY2-74" fmla="*/ 0 h 3910007"/>
              <a:gd name="connsiteX3-75" fmla="*/ 3345406 w 3968026"/>
              <a:gd name="connsiteY3-76" fmla="*/ 0 h 3910007"/>
              <a:gd name="connsiteX4-77" fmla="*/ 3398050 w 3968026"/>
              <a:gd name="connsiteY4-78" fmla="*/ 21806 h 3910007"/>
              <a:gd name="connsiteX5-79" fmla="*/ 3419856 w 3968026"/>
              <a:gd name="connsiteY5-80" fmla="*/ 74450 h 3910007"/>
              <a:gd name="connsiteX6-81" fmla="*/ 3419856 w 3968026"/>
              <a:gd name="connsiteY6-82" fmla="*/ 3354550 h 3910007"/>
              <a:gd name="connsiteX7-83" fmla="*/ 3398050 w 3968026"/>
              <a:gd name="connsiteY7-84" fmla="*/ 3407194 h 3910007"/>
              <a:gd name="connsiteX8-85" fmla="*/ 0 w 3968026"/>
              <a:gd name="connsiteY8-86" fmla="*/ 3354550 h 3910007"/>
              <a:gd name="connsiteX9-87" fmla="*/ 0 w 3968026"/>
              <a:gd name="connsiteY9-88" fmla="*/ 74450 h 3910007"/>
              <a:gd name="connsiteX0-89" fmla="*/ 0 w 3419856"/>
              <a:gd name="connsiteY0-90" fmla="*/ 74450 h 3901233"/>
              <a:gd name="connsiteX1-91" fmla="*/ 21806 w 3419856"/>
              <a:gd name="connsiteY1-92" fmla="*/ 21806 h 3901233"/>
              <a:gd name="connsiteX2-93" fmla="*/ 74450 w 3419856"/>
              <a:gd name="connsiteY2-94" fmla="*/ 0 h 3901233"/>
              <a:gd name="connsiteX3-95" fmla="*/ 3345406 w 3419856"/>
              <a:gd name="connsiteY3-96" fmla="*/ 0 h 3901233"/>
              <a:gd name="connsiteX4-97" fmla="*/ 3398050 w 3419856"/>
              <a:gd name="connsiteY4-98" fmla="*/ 21806 h 3901233"/>
              <a:gd name="connsiteX5-99" fmla="*/ 3419856 w 3419856"/>
              <a:gd name="connsiteY5-100" fmla="*/ 74450 h 3901233"/>
              <a:gd name="connsiteX6-101" fmla="*/ 3419856 w 3419856"/>
              <a:gd name="connsiteY6-102" fmla="*/ 3354550 h 3901233"/>
              <a:gd name="connsiteX7-103" fmla="*/ 0 w 3419856"/>
              <a:gd name="connsiteY7-104" fmla="*/ 3354550 h 3901233"/>
              <a:gd name="connsiteX8-105" fmla="*/ 0 w 3419856"/>
              <a:gd name="connsiteY8-106" fmla="*/ 74450 h 3901233"/>
              <a:gd name="connsiteX0-107" fmla="*/ 0 w 3419856"/>
              <a:gd name="connsiteY0-108" fmla="*/ 74450 h 3354550"/>
              <a:gd name="connsiteX1-109" fmla="*/ 21806 w 3419856"/>
              <a:gd name="connsiteY1-110" fmla="*/ 21806 h 3354550"/>
              <a:gd name="connsiteX2-111" fmla="*/ 74450 w 3419856"/>
              <a:gd name="connsiteY2-112" fmla="*/ 0 h 3354550"/>
              <a:gd name="connsiteX3-113" fmla="*/ 3345406 w 3419856"/>
              <a:gd name="connsiteY3-114" fmla="*/ 0 h 3354550"/>
              <a:gd name="connsiteX4-115" fmla="*/ 3398050 w 3419856"/>
              <a:gd name="connsiteY4-116" fmla="*/ 21806 h 3354550"/>
              <a:gd name="connsiteX5-117" fmla="*/ 3419856 w 3419856"/>
              <a:gd name="connsiteY5-118" fmla="*/ 74450 h 3354550"/>
              <a:gd name="connsiteX6-119" fmla="*/ 3419856 w 3419856"/>
              <a:gd name="connsiteY6-120" fmla="*/ 3354550 h 3354550"/>
              <a:gd name="connsiteX7-121" fmla="*/ 0 w 3419856"/>
              <a:gd name="connsiteY7-122" fmla="*/ 3354550 h 3354550"/>
              <a:gd name="connsiteX8-123" fmla="*/ 0 w 3419856"/>
              <a:gd name="connsiteY8-124" fmla="*/ 74450 h 335455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3419856" h="3354550">
                <a:moveTo>
                  <a:pt x="0" y="74450"/>
                </a:moveTo>
                <a:cubicBezTo>
                  <a:pt x="0" y="54705"/>
                  <a:pt x="7844" y="35768"/>
                  <a:pt x="21806" y="21806"/>
                </a:cubicBezTo>
                <a:cubicBezTo>
                  <a:pt x="35768" y="7844"/>
                  <a:pt x="54705" y="0"/>
                  <a:pt x="74450" y="0"/>
                </a:cubicBezTo>
                <a:lnTo>
                  <a:pt x="3345406" y="0"/>
                </a:lnTo>
                <a:cubicBezTo>
                  <a:pt x="3365151" y="0"/>
                  <a:pt x="3384088" y="7844"/>
                  <a:pt x="3398050" y="21806"/>
                </a:cubicBezTo>
                <a:cubicBezTo>
                  <a:pt x="3412012" y="35768"/>
                  <a:pt x="3419856" y="54705"/>
                  <a:pt x="3419856" y="74450"/>
                </a:cubicBezTo>
                <a:lnTo>
                  <a:pt x="3419856" y="3354550"/>
                </a:lnTo>
                <a:lnTo>
                  <a:pt x="0" y="3354550"/>
                </a:lnTo>
                <a:lnTo>
                  <a:pt x="0" y="74450"/>
                </a:lnTo>
                <a:close/>
              </a:path>
            </a:pathLst>
          </a:custGeom>
        </p:spPr>
        <p:txBody>
          <a:bodyPr>
            <a:normAutofit/>
          </a:bodyPr>
          <a:lstStyle>
            <a:lvl1pPr marL="0" indent="0" algn="ctr">
              <a:buNone/>
              <a:defRPr sz="2000" baseline="0">
                <a:solidFill>
                  <a:schemeClr val="tx1">
                    <a:lumMod val="6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12800" y="2547893"/>
            <a:ext cx="3962400" cy="2405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CA7F16-7EF7-4BAE-A533-BC5C8B1B0BEB}" type="datetimeFigureOut">
              <a:rPr lang="en-US" smtClean="0"/>
              <a:t>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CA7F16-7EF7-4BAE-A533-BC5C8B1B0BEB}" type="datetimeFigureOut">
              <a:rPr lang="en-US"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3"/>
            <a:ext cx="2743200" cy="585152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09600" y="274643"/>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CA7F16-7EF7-4BAE-A533-BC5C8B1B0BEB}" type="datetimeFigureOut">
              <a:rPr lang="en-US"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1988800" y="3048"/>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2192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828800" y="2819400"/>
            <a:ext cx="85344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B9CA7F16-7EF7-4BAE-A533-BC5C8B1B0BEB}" type="datetimeFigureOut">
              <a:rPr lang="en-US" smtClean="0"/>
              <a:t>1/7/2026</a:t>
            </a:fld>
            <a:endParaRPr lang="en-US"/>
          </a:p>
        </p:txBody>
      </p:sp>
      <p:sp>
        <p:nvSpPr>
          <p:cNvPr id="17" name="Footer Placeholder 16"/>
          <p:cNvSpPr>
            <a:spLocks noGrp="1"/>
          </p:cNvSpPr>
          <p:nvPr>
            <p:ph type="ftr" sz="quarter" idx="11"/>
          </p:nvPr>
        </p:nvSpPr>
        <p:spPr/>
        <p:txBody>
          <a:bodyPr/>
          <a:lstStyle/>
          <a:p>
            <a:endParaRPr lang="en-US"/>
          </a:p>
        </p:txBody>
      </p:sp>
      <p:sp>
        <p:nvSpPr>
          <p:cNvPr id="7" name="Straight Connector 6"/>
          <p:cNvSpPr>
            <a:spLocks noChangeShapeType="1"/>
          </p:cNvSpPr>
          <p:nvPr/>
        </p:nvSpPr>
        <p:spPr bwMode="auto">
          <a:xfrm>
            <a:off x="207264" y="2420112"/>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5689600" y="2115312"/>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5815584" y="2209800"/>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5791200" y="2199457"/>
            <a:ext cx="609600" cy="441325"/>
          </a:xfrm>
        </p:spPr>
        <p:txBody>
          <a:bodyPr/>
          <a:lstStyle>
            <a:lvl1pPr>
              <a:defRPr>
                <a:solidFill>
                  <a:schemeClr val="accent3">
                    <a:shade val="75000"/>
                  </a:schemeClr>
                </a:solidFill>
              </a:defRPr>
            </a:lvl1pPr>
          </a:lstStyle>
          <a:p>
            <a:fld id="{8A3A827A-826E-4A0B-AEA4-130148450C5D}" type="slidenum">
              <a:rPr lang="en-US" smtClean="0"/>
              <a:t>‹#›</a:t>
            </a:fld>
            <a:endParaRPr lang="en-US"/>
          </a:p>
        </p:txBody>
      </p:sp>
      <p:sp>
        <p:nvSpPr>
          <p:cNvPr id="8" name="Title 7"/>
          <p:cNvSpPr>
            <a:spLocks noGrp="1"/>
          </p:cNvSpPr>
          <p:nvPr>
            <p:ph type="ctrTitle"/>
          </p:nvPr>
        </p:nvSpPr>
        <p:spPr>
          <a:xfrm>
            <a:off x="914400" y="381000"/>
            <a:ext cx="10363200" cy="1752600"/>
          </a:xfrm>
        </p:spPr>
        <p:txBody>
          <a:bodyPr anchor="b"/>
          <a:lstStyle>
            <a:lvl1pPr>
              <a:defRPr sz="4200">
                <a:solidFill>
                  <a:schemeClr val="accent1"/>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a:t>Click to edit Master title style</a:t>
            </a:r>
          </a:p>
        </p:txBody>
      </p:sp>
      <p:sp>
        <p:nvSpPr>
          <p:cNvPr id="4" name="Date Placeholder 3"/>
          <p:cNvSpPr>
            <a:spLocks noGrp="1"/>
          </p:cNvSpPr>
          <p:nvPr>
            <p:ph type="dt" sz="half" idx="10"/>
          </p:nvPr>
        </p:nvSpPr>
        <p:spPr/>
        <p:txBody>
          <a:bodyPr/>
          <a:lstStyle/>
          <a:p>
            <a:fld id="{B9CA7F16-7EF7-4BAE-A533-BC5C8B1B0BEB}" type="datetimeFigureOut">
              <a:rPr lang="en-US"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5815584" y="1026379"/>
            <a:ext cx="609600" cy="441325"/>
          </a:xfrm>
        </p:spPr>
        <p:txBody>
          <a:bodyPr/>
          <a:lstStyle/>
          <a:p>
            <a:fld id="{8A3A827A-826E-4A0B-AEA4-130148450C5D}" type="slidenum">
              <a:rPr lang="en-US" smtClean="0"/>
              <a:t>‹#›</a:t>
            </a:fld>
            <a:endParaRPr lang="en-US"/>
          </a:p>
        </p:txBody>
      </p:sp>
      <p:sp>
        <p:nvSpPr>
          <p:cNvPr id="8" name="Content Placeholder 7"/>
          <p:cNvSpPr>
            <a:spLocks noGrp="1"/>
          </p:cNvSpPr>
          <p:nvPr>
            <p:ph sz="quarter" idx="1"/>
          </p:nvPr>
        </p:nvSpPr>
        <p:spPr>
          <a:xfrm>
            <a:off x="402336" y="1527048"/>
            <a:ext cx="1133856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11988800" y="1905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203200" y="2286000"/>
            <a:ext cx="11777472"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207264" y="142352"/>
            <a:ext cx="11777472"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824568" y="2743200"/>
            <a:ext cx="8640232"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13" name="Rectangle 12"/>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t>1/7/2026</a:t>
            </a:fld>
            <a:endParaRPr lang="en-US"/>
          </a:p>
        </p:txBody>
      </p:sp>
      <p:sp>
        <p:nvSpPr>
          <p:cNvPr id="8" name="Straight Connector 7"/>
          <p:cNvSpPr>
            <a:spLocks noChangeShapeType="1"/>
          </p:cNvSpPr>
          <p:nvPr/>
        </p:nvSpPr>
        <p:spPr bwMode="auto">
          <a:xfrm>
            <a:off x="203200" y="2438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5689600" y="2115312"/>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5815584" y="2209800"/>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5791200" y="2199457"/>
            <a:ext cx="609600" cy="441325"/>
          </a:xfrm>
        </p:spPr>
        <p:txBody>
          <a:bodyPr/>
          <a:lstStyle>
            <a:lvl1pPr>
              <a:defRPr>
                <a:solidFill>
                  <a:schemeClr val="accent3">
                    <a:shade val="75000"/>
                  </a:schemeClr>
                </a:solidFill>
              </a:defRPr>
            </a:lvl1pPr>
          </a:lstStyle>
          <a:p>
            <a:fld id="{8A3A827A-826E-4A0B-AEA4-130148450C5D}" type="slidenum">
              <a:rPr lang="en-US" smtClean="0"/>
              <a:t>‹#›</a:t>
            </a:fld>
            <a:endParaRPr lang="en-US"/>
          </a:p>
        </p:txBody>
      </p:sp>
      <p:sp>
        <p:nvSpPr>
          <p:cNvPr id="2" name="Title 1"/>
          <p:cNvSpPr>
            <a:spLocks noGrp="1"/>
          </p:cNvSpPr>
          <p:nvPr>
            <p:ph type="title"/>
          </p:nvPr>
        </p:nvSpPr>
        <p:spPr>
          <a:xfrm>
            <a:off x="963084" y="533400"/>
            <a:ext cx="10363200" cy="1524000"/>
          </a:xfrm>
        </p:spPr>
        <p:txBody>
          <a:bodyPr anchor="b"/>
          <a:lstStyle>
            <a:lvl1pPr algn="ctr">
              <a:buNone/>
              <a:defRPr sz="4200" b="0" cap="none" baseline="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02336" y="228600"/>
            <a:ext cx="11379200" cy="758952"/>
          </a:xfrm>
        </p:spPr>
        <p:txBody>
          <a:bodyPr/>
          <a:lstStyle/>
          <a:p>
            <a:r>
              <a:rPr kumimoji="0" lang="en-US"/>
              <a:t>Click to edit Master title style</a:t>
            </a:r>
          </a:p>
        </p:txBody>
      </p:sp>
      <p:sp>
        <p:nvSpPr>
          <p:cNvPr id="5" name="Date Placeholder 4"/>
          <p:cNvSpPr>
            <a:spLocks noGrp="1"/>
          </p:cNvSpPr>
          <p:nvPr>
            <p:ph type="dt" sz="half" idx="10"/>
          </p:nvPr>
        </p:nvSpPr>
        <p:spPr>
          <a:xfrm>
            <a:off x="7721600" y="6409944"/>
            <a:ext cx="4059936" cy="365760"/>
          </a:xfrm>
        </p:spPr>
        <p:txBody>
          <a:bodyPr/>
          <a:lstStyle/>
          <a:p>
            <a:fld id="{B9CA7F16-7EF7-4BAE-A533-BC5C8B1B0BEB}" type="datetimeFigureOut">
              <a:rPr lang="en-US" smtClean="0"/>
              <a:t>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
        <p:nvSpPr>
          <p:cNvPr id="8" name="Straight Connector 7"/>
          <p:cNvSpPr>
            <a:spLocks noChangeShapeType="1"/>
          </p:cNvSpPr>
          <p:nvPr/>
        </p:nvSpPr>
        <p:spPr bwMode="auto">
          <a:xfrm flipV="1">
            <a:off x="6084111" y="1575654"/>
            <a:ext cx="11895"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402336" y="1371600"/>
            <a:ext cx="53848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Content Placeholder 11"/>
          <p:cNvSpPr>
            <a:spLocks noGrp="1"/>
          </p:cNvSpPr>
          <p:nvPr>
            <p:ph sz="half" idx="2"/>
          </p:nvPr>
        </p:nvSpPr>
        <p:spPr>
          <a:xfrm>
            <a:off x="6400800" y="1371600"/>
            <a:ext cx="53848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6096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12192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203200" y="1371600"/>
            <a:ext cx="11777472"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94564" y="6391656"/>
            <a:ext cx="11777472"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402336" y="1524000"/>
            <a:ext cx="5386917"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388445" y="1524000"/>
            <a:ext cx="5389033"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B9CA7F16-7EF7-4BAE-A533-BC5C8B1B0BEB}" type="datetimeFigureOut">
              <a:rPr lang="en-US" smtClean="0"/>
              <a:t>1/7/2026</a:t>
            </a:fld>
            <a:endParaRPr lang="en-US"/>
          </a:p>
        </p:txBody>
      </p:sp>
      <p:sp>
        <p:nvSpPr>
          <p:cNvPr id="8" name="Footer Placeholder 7"/>
          <p:cNvSpPr>
            <a:spLocks noGrp="1"/>
          </p:cNvSpPr>
          <p:nvPr>
            <p:ph type="ftr" sz="quarter" idx="11"/>
          </p:nvPr>
        </p:nvSpPr>
        <p:spPr>
          <a:xfrm>
            <a:off x="406400" y="6409944"/>
            <a:ext cx="4775200" cy="365760"/>
          </a:xfrm>
        </p:spPr>
        <p:txBody>
          <a:bodyPr/>
          <a:lstStyle/>
          <a:p>
            <a:endParaRPr lang="en-US"/>
          </a:p>
        </p:txBody>
      </p:sp>
      <p:sp>
        <p:nvSpPr>
          <p:cNvPr id="15" name="Straight Connector 14"/>
          <p:cNvSpPr>
            <a:spLocks noChangeShapeType="1"/>
          </p:cNvSpPr>
          <p:nvPr/>
        </p:nvSpPr>
        <p:spPr bwMode="auto">
          <a:xfrm>
            <a:off x="203200" y="128016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402336" y="2471383"/>
            <a:ext cx="5388864" cy="3818404"/>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Content Placeholder 25"/>
          <p:cNvSpPr>
            <a:spLocks noGrp="1"/>
          </p:cNvSpPr>
          <p:nvPr>
            <p:ph sz="quarter" idx="4"/>
          </p:nvPr>
        </p:nvSpPr>
        <p:spPr>
          <a:xfrm>
            <a:off x="6400800" y="2471383"/>
            <a:ext cx="5384800" cy="382219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5" name="Oval 24"/>
          <p:cNvSpPr/>
          <p:nvPr/>
        </p:nvSpPr>
        <p:spPr>
          <a:xfrm>
            <a:off x="5689600" y="956036"/>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5815584" y="1050524"/>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5791200" y="1042423"/>
            <a:ext cx="609600" cy="441325"/>
          </a:xfrm>
        </p:spPr>
        <p:txBody>
          <a:bodyPr/>
          <a:lstStyle>
            <a:lvl1pPr algn="ctr">
              <a:defRPr/>
            </a:lvl1pPr>
          </a:lstStyle>
          <a:p>
            <a:fld id="{8A3A827A-826E-4A0B-AEA4-130148450C5D}" type="slidenum">
              <a:rPr lang="en-US" smtClean="0"/>
              <a:t>‹#›</a:t>
            </a:fld>
            <a:endParaRPr lang="en-US"/>
          </a:p>
        </p:txBody>
      </p:sp>
      <p:sp>
        <p:nvSpPr>
          <p:cNvPr id="23" name="Title 22"/>
          <p:cNvSpPr>
            <a:spLocks noGrp="1"/>
          </p:cNvSpPr>
          <p:nvPr>
            <p:ph type="title"/>
          </p:nvPr>
        </p:nvSpPr>
        <p:spPr/>
        <p:txBody>
          <a:bodyPr rtlCol="0" anchor="b" anchorCtr="0"/>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B9CA7F16-7EF7-4BAE-A533-BC5C8B1B0BEB}" type="datetimeFigureOut">
              <a:rPr lang="en-US" smtClean="0"/>
              <a:t>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5791200" y="1036027"/>
            <a:ext cx="609600" cy="441325"/>
          </a:xfrm>
        </p:spPr>
        <p:txBody>
          <a:bodyPr/>
          <a:lstStyle/>
          <a:p>
            <a:fld id="{8A3A827A-826E-4A0B-AEA4-130148450C5D}" type="slidenum">
              <a:rPr lang="en-US" smtClean="0"/>
              <a:t>‹#›</a:t>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12192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203200" y="158496"/>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B9CA7F16-7EF7-4BAE-A533-BC5C8B1B0BEB}" type="datetimeFigureOut">
              <a:rPr lang="en-US" smtClean="0"/>
              <a:t>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5689600" y="6324600"/>
            <a:ext cx="812800" cy="441324"/>
          </a:xfrm>
        </p:spPr>
        <p:txBody>
          <a:bodyPr/>
          <a:lstStyle>
            <a:lvl1pPr>
              <a:defRPr>
                <a:solidFill>
                  <a:srgbClr val="FFFFFF"/>
                </a:solidFill>
              </a:defRPr>
            </a:lvl1pPr>
          </a:lstStyle>
          <a:p>
            <a:fld id="{8A3A827A-826E-4A0B-AEA4-130148450C5D}" type="slidenum">
              <a:rPr lang="en-US" smtClean="0"/>
              <a:t>‹#›</a:t>
            </a:fld>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203200" y="152400"/>
            <a:ext cx="11777472"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2192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508000" y="914400"/>
            <a:ext cx="3149600" cy="990600"/>
          </a:xfrm>
        </p:spPr>
        <p:txBody>
          <a:bodyPr anchor="b">
            <a:noAutofit/>
          </a:bodyPr>
          <a:lstStyle>
            <a:lvl1pPr algn="l">
              <a:buNone/>
              <a:defRPr sz="2200" b="1">
                <a:solidFill>
                  <a:srgbClr val="FFFFFF"/>
                </a:solidFill>
              </a:defRPr>
            </a:lvl1pPr>
          </a:lstStyle>
          <a:p>
            <a:r>
              <a:rPr kumimoji="0" lang="en-US"/>
              <a:t>Click to edit Master title style</a:t>
            </a:r>
          </a:p>
        </p:txBody>
      </p:sp>
      <p:sp>
        <p:nvSpPr>
          <p:cNvPr id="3" name="Text Placeholder 2"/>
          <p:cNvSpPr>
            <a:spLocks noGrp="1"/>
          </p:cNvSpPr>
          <p:nvPr>
            <p:ph type="body" idx="2"/>
          </p:nvPr>
        </p:nvSpPr>
        <p:spPr>
          <a:xfrm>
            <a:off x="508000" y="1981207"/>
            <a:ext cx="31496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Rectangle 7"/>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203200" y="533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4165600" y="685800"/>
            <a:ext cx="7518400" cy="5410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Oval 9"/>
          <p:cNvSpPr/>
          <p:nvPr/>
        </p:nvSpPr>
        <p:spPr>
          <a:xfrm>
            <a:off x="1727200"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853184" y="323088"/>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828800" y="312745"/>
            <a:ext cx="609600" cy="441325"/>
          </a:xfrm>
        </p:spPr>
        <p:txBody>
          <a:bodyPr/>
          <a:lstStyle>
            <a:lvl1pPr>
              <a:defRPr>
                <a:solidFill>
                  <a:schemeClr val="accent3">
                    <a:shade val="75000"/>
                  </a:schemeClr>
                </a:solidFill>
              </a:defRPr>
            </a:lvl1pPr>
          </a:lstStyle>
          <a:p>
            <a:fld id="{8A3A827A-826E-4A0B-AEA4-130148450C5D}" type="slidenum">
              <a:rPr lang="en-US" smtClean="0"/>
              <a:t>‹#›</a:t>
            </a:fld>
            <a:endParaRPr lang="en-US"/>
          </a:p>
        </p:txBody>
      </p:sp>
      <p:sp>
        <p:nvSpPr>
          <p:cNvPr id="21" name="Rectangle 20"/>
          <p:cNvSpPr>
            <a:spLocks noChangeArrowheads="1"/>
          </p:cNvSpPr>
          <p:nvPr/>
        </p:nvSpPr>
        <p:spPr bwMode="auto">
          <a:xfrm>
            <a:off x="199136" y="6388392"/>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B9CA7F16-7EF7-4BAE-A533-BC5C8B1B0BEB}" type="datetimeFigureOut">
              <a:rPr lang="en-US" smtClean="0"/>
              <a:t>1/7/2026</a:t>
            </a:fld>
            <a:endParaRPr lang="en-US"/>
          </a:p>
        </p:txBody>
      </p:sp>
      <p:sp>
        <p:nvSpPr>
          <p:cNvPr id="6" name="Footer Placeholder 5"/>
          <p:cNvSpPr>
            <a:spLocks noGrp="1"/>
          </p:cNvSpPr>
          <p:nvPr>
            <p:ph type="ftr" sz="quarter" idx="11"/>
          </p:nvPr>
        </p:nvSpPr>
        <p:spPr>
          <a:xfrm>
            <a:off x="402336" y="6410848"/>
            <a:ext cx="4511040" cy="365760"/>
          </a:xfrm>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203200" y="533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203200" y="152400"/>
            <a:ext cx="11777472"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727200"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853184" y="323088"/>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828800" y="312745"/>
            <a:ext cx="609600" cy="441325"/>
          </a:xfrm>
        </p:spPr>
        <p:txBody>
          <a:bodyPr/>
          <a:lstStyle/>
          <a:p>
            <a:fld id="{8A3A827A-826E-4A0B-AEA4-130148450C5D}" type="slidenum">
              <a:rPr lang="en-US" smtClean="0"/>
              <a:t>‹#›</a:t>
            </a:fld>
            <a:endParaRPr lang="en-US"/>
          </a:p>
        </p:txBody>
      </p:sp>
      <p:sp>
        <p:nvSpPr>
          <p:cNvPr id="2" name="Title 1"/>
          <p:cNvSpPr>
            <a:spLocks noGrp="1"/>
          </p:cNvSpPr>
          <p:nvPr>
            <p:ph type="title"/>
          </p:nvPr>
        </p:nvSpPr>
        <p:spPr>
          <a:xfrm>
            <a:off x="4000500" y="5029200"/>
            <a:ext cx="7823200" cy="1219200"/>
          </a:xfrm>
        </p:spPr>
        <p:txBody>
          <a:bodyPr anchor="t">
            <a:noAutofit/>
          </a:bodyPr>
          <a:lstStyle>
            <a:lvl1pPr algn="l">
              <a:buNone/>
              <a:defRPr sz="2400" b="1">
                <a:solidFill>
                  <a:schemeClr val="tx2"/>
                </a:solidFill>
              </a:defRPr>
            </a:lvl1pPr>
          </a:lstStyle>
          <a:p>
            <a:r>
              <a:rPr kumimoji="0" lang="en-US"/>
              <a:t>Click to edit Master title style</a:t>
            </a:r>
          </a:p>
        </p:txBody>
      </p:sp>
      <p:sp>
        <p:nvSpPr>
          <p:cNvPr id="3" name="Picture Placeholder 2"/>
          <p:cNvSpPr>
            <a:spLocks noGrp="1"/>
          </p:cNvSpPr>
          <p:nvPr>
            <p:ph type="pic" idx="1"/>
          </p:nvPr>
        </p:nvSpPr>
        <p:spPr>
          <a:xfrm>
            <a:off x="4000500" y="609600"/>
            <a:ext cx="7823200" cy="4267200"/>
          </a:xfrm>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508000" y="990600"/>
            <a:ext cx="32512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22" name="Rectangle 21"/>
          <p:cNvSpPr>
            <a:spLocks noChangeArrowheads="1"/>
          </p:cNvSpPr>
          <p:nvPr/>
        </p:nvSpPr>
        <p:spPr bwMode="auto">
          <a:xfrm>
            <a:off x="199136" y="6388392"/>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7717536" y="6404984"/>
            <a:ext cx="4059936" cy="365760"/>
          </a:xfrm>
        </p:spPr>
        <p:txBody>
          <a:bodyPr/>
          <a:lstStyle/>
          <a:p>
            <a:fld id="{B9CA7F16-7EF7-4BAE-A533-BC5C8B1B0BEB}" type="datetimeFigureOut">
              <a:rPr lang="en-US" smtClean="0"/>
              <a:t>1/7/2026</a:t>
            </a:fld>
            <a:endParaRPr lang="en-US"/>
          </a:p>
        </p:txBody>
      </p:sp>
      <p:sp>
        <p:nvSpPr>
          <p:cNvPr id="6" name="Footer Placeholder 5"/>
          <p:cNvSpPr>
            <a:spLocks noGrp="1"/>
          </p:cNvSpPr>
          <p:nvPr>
            <p:ph type="ftr" sz="quarter" idx="11"/>
          </p:nvPr>
        </p:nvSpPr>
        <p:spPr>
          <a:xfrm>
            <a:off x="402336" y="6410848"/>
            <a:ext cx="4779264" cy="365760"/>
          </a:xfrm>
        </p:spPr>
        <p:txBody>
          <a:bodyPr/>
          <a:lstStyle/>
          <a:p>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9CA7F16-7EF7-4BAE-A533-BC5C8B1B0BEB}" type="datetimeFigureOut">
              <a:rPr lang="en-US"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9347200" y="0"/>
            <a:ext cx="28448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2192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6403340"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9119616" y="2925763"/>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9245600" y="3020251"/>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9221216" y="3009908"/>
            <a:ext cx="609600" cy="441325"/>
          </a:xfrm>
        </p:spPr>
        <p:txBody>
          <a:bodyPr/>
          <a:lstStyle/>
          <a:p>
            <a:fld id="{8A3A827A-826E-4A0B-AEA4-130148450C5D}" type="slidenum">
              <a:rPr lang="en-US" smtClean="0"/>
              <a:t>‹#›</a:t>
            </a:fld>
            <a:endParaRPr lang="en-US"/>
          </a:p>
        </p:txBody>
      </p:sp>
      <p:sp>
        <p:nvSpPr>
          <p:cNvPr id="3" name="Vertical Text Placeholder 2"/>
          <p:cNvSpPr>
            <a:spLocks noGrp="1"/>
          </p:cNvSpPr>
          <p:nvPr>
            <p:ph type="body" orient="vert" idx="1"/>
          </p:nvPr>
        </p:nvSpPr>
        <p:spPr>
          <a:xfrm>
            <a:off x="406400" y="304800"/>
            <a:ext cx="8737600" cy="5821366"/>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9CA7F16-7EF7-4BAE-A533-BC5C8B1B0BEB}" type="datetimeFigureOut">
              <a:rPr lang="en-US"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2" name="Vertical Title 1"/>
          <p:cNvSpPr>
            <a:spLocks noGrp="1"/>
          </p:cNvSpPr>
          <p:nvPr>
            <p:ph type="title" orient="vert"/>
          </p:nvPr>
        </p:nvSpPr>
        <p:spPr>
          <a:xfrm>
            <a:off x="9855200" y="304808"/>
            <a:ext cx="1930400" cy="5851525"/>
          </a:xfrm>
        </p:spPr>
        <p:txBody>
          <a:bodyPr vert="eaVert"/>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ounded Rectangle 15"/>
          <p:cNvSpPr/>
          <p:nvPr/>
        </p:nvSpPr>
        <p:spPr>
          <a:xfrm>
            <a:off x="304800" y="228600"/>
            <a:ext cx="11594592"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82220" y="5353963"/>
            <a:ext cx="11631168" cy="1331580"/>
            <a:chOff x="-3905250" y="4294188"/>
            <a:chExt cx="13011150" cy="1892300"/>
          </a:xfrm>
        </p:grpSpPr>
        <p:sp>
          <p:nvSpPr>
            <p:cNvPr id="11"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2"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3"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4"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5" name="Freeform 10"/>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1"/>
          <p:cNvSpPr>
            <a:spLocks noGrp="1"/>
          </p:cNvSpPr>
          <p:nvPr>
            <p:ph type="ctrTitle"/>
          </p:nvPr>
        </p:nvSpPr>
        <p:spPr>
          <a:xfrm>
            <a:off x="914400" y="1600200"/>
            <a:ext cx="10363200" cy="1780108"/>
          </a:xfrm>
        </p:spPr>
        <p:txBody>
          <a:bodyPr anchor="b">
            <a:normAutofit/>
          </a:bodyPr>
          <a:lstStyle>
            <a:lvl1pPr>
              <a:defRPr sz="440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828800" y="3556001"/>
            <a:ext cx="85344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9CA7F16-7EF7-4BAE-A533-BC5C8B1B0BEB}" type="datetimeFigureOut">
              <a:rPr lang="en-US"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CA7F16-7EF7-4BAE-A533-BC5C8B1B0BEB}" type="datetimeFigureOut">
              <a:rPr lang="en-US"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
        <p:nvSpPr>
          <p:cNvPr id="7" name="Title 6"/>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304800" y="228600"/>
            <a:ext cx="11594592"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p:nvPr/>
        </p:nvSpPr>
        <p:spPr bwMode="hidden">
          <a:xfrm>
            <a:off x="8063257" y="4203592"/>
            <a:ext cx="383523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0" name="Freeform 18"/>
          <p:cNvSpPr/>
          <p:nvPr/>
        </p:nvSpPr>
        <p:spPr bwMode="hidden">
          <a:xfrm>
            <a:off x="3492433" y="4075290"/>
            <a:ext cx="7392687"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1" name="Freeform 22"/>
          <p:cNvSpPr/>
          <p:nvPr/>
        </p:nvSpPr>
        <p:spPr bwMode="hidden">
          <a:xfrm>
            <a:off x="3771637" y="4087562"/>
            <a:ext cx="729064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2" name="Freeform 26"/>
          <p:cNvSpPr/>
          <p:nvPr/>
        </p:nvSpPr>
        <p:spPr bwMode="hidden">
          <a:xfrm>
            <a:off x="7479321" y="4074183"/>
            <a:ext cx="4410667"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3" name="Freeform 10"/>
          <p:cNvSpPr/>
          <p:nvPr/>
        </p:nvSpPr>
        <p:spPr bwMode="hidden">
          <a:xfrm>
            <a:off x="282220" y="4058555"/>
            <a:ext cx="11631168"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sp>
        <p:nvSpPr>
          <p:cNvPr id="2" name="Title 1"/>
          <p:cNvSpPr>
            <a:spLocks noGrp="1"/>
          </p:cNvSpPr>
          <p:nvPr>
            <p:ph type="title"/>
          </p:nvPr>
        </p:nvSpPr>
        <p:spPr>
          <a:xfrm>
            <a:off x="920043" y="2463560"/>
            <a:ext cx="10363200" cy="1524000"/>
          </a:xfrm>
        </p:spPr>
        <p:txBody>
          <a:bodyPr anchor="t">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1823153" y="1437449"/>
            <a:ext cx="8556979"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CA7F16-7EF7-4BAE-A533-BC5C8B1B0BEB}" type="datetimeFigureOut">
              <a:rPr lang="en-US"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Date Placeholder 4"/>
          <p:cNvSpPr>
            <a:spLocks noGrp="1"/>
          </p:cNvSpPr>
          <p:nvPr>
            <p:ph type="dt" sz="half" idx="10"/>
          </p:nvPr>
        </p:nvSpPr>
        <p:spPr/>
        <p:txBody>
          <a:bodyPr/>
          <a:lstStyle/>
          <a:p>
            <a:fld id="{B9CA7F16-7EF7-4BAE-A533-BC5C8B1B0BEB}" type="datetimeFigureOut">
              <a:rPr lang="en-US" smtClean="0"/>
              <a:t>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
        <p:nvSpPr>
          <p:cNvPr id="9" name="Content Placeholder 8"/>
          <p:cNvSpPr>
            <a:spLocks noGrp="1"/>
          </p:cNvSpPr>
          <p:nvPr>
            <p:ph sz="quarter" idx="13"/>
          </p:nvPr>
        </p:nvSpPr>
        <p:spPr>
          <a:xfrm>
            <a:off x="902207" y="2679192"/>
            <a:ext cx="5096256" cy="344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14"/>
          </p:nvPr>
        </p:nvSpPr>
        <p:spPr>
          <a:xfrm>
            <a:off x="6193536" y="2679192"/>
            <a:ext cx="5096256" cy="344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02208" y="2678114"/>
            <a:ext cx="5096256"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03115" y="3429009"/>
            <a:ext cx="5093407"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7600" y="2678113"/>
            <a:ext cx="5096256"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7" y="3429009"/>
            <a:ext cx="5096256"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9CA7F16-7EF7-4BAE-A533-BC5C8B1B0BEB}" type="datetimeFigureOut">
              <a:rPr lang="en-US" smtClean="0"/>
              <a:t>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9CA7F16-7EF7-4BAE-A533-BC5C8B1B0BEB}" type="datetimeFigureOut">
              <a:rPr lang="en-US" smtClean="0"/>
              <a:t>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2" name="Rounded Rectangle 11"/>
          <p:cNvSpPr/>
          <p:nvPr/>
        </p:nvSpPr>
        <p:spPr>
          <a:xfrm>
            <a:off x="304800" y="228600"/>
            <a:ext cx="11594592"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82220" y="714191"/>
            <a:ext cx="11631168" cy="1329874"/>
            <a:chOff x="-3905251" y="4294188"/>
            <a:chExt cx="13027839" cy="1892300"/>
          </a:xfrm>
        </p:grpSpPr>
        <p:sp>
          <p:nvSpPr>
            <p:cNvPr id="7"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8"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9"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0"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1" name="Freeform 10"/>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Date Placeholder 1"/>
          <p:cNvSpPr>
            <a:spLocks noGrp="1"/>
          </p:cNvSpPr>
          <p:nvPr>
            <p:ph type="dt" sz="half" idx="10"/>
          </p:nvPr>
        </p:nvSpPr>
        <p:spPr/>
        <p:txBody>
          <a:bodyPr/>
          <a:lstStyle/>
          <a:p>
            <a:fld id="{B9CA7F16-7EF7-4BAE-A533-BC5C8B1B0BEB}" type="datetimeFigureOut">
              <a:rPr lang="en-US" smtClean="0"/>
              <a:t>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ounded Rectangle 14"/>
          <p:cNvSpPr/>
          <p:nvPr/>
        </p:nvSpPr>
        <p:spPr>
          <a:xfrm>
            <a:off x="304800" y="228600"/>
            <a:ext cx="11594592"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9CA7F16-7EF7-4BAE-A533-BC5C8B1B0BEB}" type="datetimeFigureOut">
              <a:rPr lang="en-US" smtClean="0"/>
              <a:t>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
        <p:nvSpPr>
          <p:cNvPr id="4" name="Text Placeholder 3"/>
          <p:cNvSpPr>
            <a:spLocks noGrp="1"/>
          </p:cNvSpPr>
          <p:nvPr>
            <p:ph type="body" sz="half" idx="2"/>
          </p:nvPr>
        </p:nvSpPr>
        <p:spPr>
          <a:xfrm>
            <a:off x="1219200" y="3581409"/>
            <a:ext cx="44704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grpSp>
        <p:nvGrpSpPr>
          <p:cNvPr id="2" name="Group 23"/>
          <p:cNvGrpSpPr>
            <a:grpSpLocks noChangeAspect="1"/>
          </p:cNvGrpSpPr>
          <p:nvPr/>
        </p:nvGrpSpPr>
        <p:grpSpPr bwMode="hidden">
          <a:xfrm>
            <a:off x="282220" y="714191"/>
            <a:ext cx="11631168" cy="1331580"/>
            <a:chOff x="-3905250" y="4294188"/>
            <a:chExt cx="13011150" cy="1892300"/>
          </a:xfrm>
        </p:grpSpPr>
        <p:sp>
          <p:nvSpPr>
            <p:cNvPr id="25"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26"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27"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28"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9" name="Freeform 28"/>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2" name="Title 21"/>
          <p:cNvSpPr>
            <a:spLocks noGrp="1"/>
          </p:cNvSpPr>
          <p:nvPr>
            <p:ph type="title"/>
          </p:nvPr>
        </p:nvSpPr>
        <p:spPr>
          <a:xfrm>
            <a:off x="1219200" y="2286000"/>
            <a:ext cx="4470400" cy="1252728"/>
          </a:xfrm>
        </p:spPr>
        <p:txBody>
          <a:bodyPr anchor="b">
            <a:noAutofit/>
          </a:bodyPr>
          <a:lstStyle>
            <a:lvl1pPr algn="l">
              <a:defRPr sz="320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02617" y="1828800"/>
            <a:ext cx="5205435"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304800" y="228600"/>
            <a:ext cx="11594592"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82220" y="5353963"/>
            <a:ext cx="11631168" cy="1331580"/>
            <a:chOff x="-3905250" y="4294188"/>
            <a:chExt cx="13011150" cy="1892300"/>
          </a:xfrm>
        </p:grpSpPr>
        <p:sp>
          <p:nvSpPr>
            <p:cNvPr id="10"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1"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2"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3"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4" name="Freeform 10"/>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1"/>
          <p:cNvSpPr>
            <a:spLocks noGrp="1"/>
          </p:cNvSpPr>
          <p:nvPr>
            <p:ph type="title"/>
          </p:nvPr>
        </p:nvSpPr>
        <p:spPr>
          <a:xfrm>
            <a:off x="6498879" y="338667"/>
            <a:ext cx="5083527" cy="2429934"/>
          </a:xfrm>
        </p:spPr>
        <p:txBody>
          <a:bodyPr anchor="b">
            <a:normAutofit/>
          </a:bodyPr>
          <a:lstStyle>
            <a:lvl1pPr algn="l">
              <a:defRPr sz="28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6491117" y="2785533"/>
            <a:ext cx="5091289"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CA7F16-7EF7-4BAE-A533-BC5C8B1B0BEB}" type="datetimeFigureOut">
              <a:rPr lang="en-US" smtClean="0"/>
              <a:t>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
        <p:nvSpPr>
          <p:cNvPr id="3" name="Picture Placeholder 2"/>
          <p:cNvSpPr>
            <a:spLocks noGrp="1"/>
          </p:cNvSpPr>
          <p:nvPr>
            <p:ph type="pic" idx="1"/>
          </p:nvPr>
        </p:nvSpPr>
        <p:spPr>
          <a:xfrm>
            <a:off x="1117600" y="1371600"/>
            <a:ext cx="475488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CA7F16-7EF7-4BAE-A533-BC5C8B1B0BEB}" type="datetimeFigureOut">
              <a:rPr lang="en-US"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1" name="Rounded Rectangle 20"/>
          <p:cNvSpPr/>
          <p:nvPr/>
        </p:nvSpPr>
        <p:spPr bwMode="hidden">
          <a:xfrm>
            <a:off x="304800" y="228600"/>
            <a:ext cx="11594592"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grpSp>
        <p:nvGrpSpPr>
          <p:cNvPr id="15" name="Group 14"/>
          <p:cNvGrpSpPr>
            <a:grpSpLocks noChangeAspect="1"/>
          </p:cNvGrpSpPr>
          <p:nvPr/>
        </p:nvGrpSpPr>
        <p:grpSpPr bwMode="hidden">
          <a:xfrm>
            <a:off x="282220" y="714191"/>
            <a:ext cx="11631168" cy="1331580"/>
            <a:chOff x="-3905250" y="4294188"/>
            <a:chExt cx="13011150" cy="1892300"/>
          </a:xfrm>
        </p:grpSpPr>
        <p:sp>
          <p:nvSpPr>
            <p:cNvPr id="16"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7"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8"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9"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0" name="Freeform 19"/>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Vertical Title 1"/>
          <p:cNvSpPr>
            <a:spLocks noGrp="1"/>
          </p:cNvSpPr>
          <p:nvPr>
            <p:ph type="title" orient="vert"/>
          </p:nvPr>
        </p:nvSpPr>
        <p:spPr>
          <a:xfrm>
            <a:off x="8839200" y="1447803"/>
            <a:ext cx="2743200" cy="4487333"/>
          </a:xfrm>
        </p:spPr>
        <p:txBody>
          <a:bodyPr vert="eaVert" anchor="ctr"/>
          <a:lstStyle>
            <a:lvl1pPr algn="l">
              <a:defRPr>
                <a:solidFill>
                  <a:schemeClr val="tx2"/>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609600" y="1447800"/>
            <a:ext cx="80264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1" name="Rectangle 10"/>
          <p:cNvSpPr/>
          <p:nvPr/>
        </p:nvSpPr>
        <p:spPr>
          <a:xfrm>
            <a:off x="0" y="3866920"/>
            <a:ext cx="12192000" cy="299108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0" y="0"/>
            <a:ext cx="12192000" cy="386692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0" y="2652311"/>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0" y="1600200"/>
            <a:ext cx="12192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965060" y="5052546"/>
            <a:ext cx="7516013" cy="882119"/>
          </a:xfrm>
        </p:spPr>
        <p:txBody>
          <a:bodyPr>
            <a:normAutofit/>
          </a:bodyPr>
          <a:lstStyle>
            <a:lvl1pPr marL="0" indent="0" algn="l">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
        <p:nvSpPr>
          <p:cNvPr id="2" name="Title 1"/>
          <p:cNvSpPr>
            <a:spLocks noGrp="1"/>
          </p:cNvSpPr>
          <p:nvPr>
            <p:ph type="ctrTitle"/>
          </p:nvPr>
        </p:nvSpPr>
        <p:spPr>
          <a:xfrm>
            <a:off x="1090109" y="3132290"/>
            <a:ext cx="9567135" cy="1793167"/>
          </a:xfrm>
          <a:effectLst/>
        </p:spPr>
        <p:txBody>
          <a:bodyPr>
            <a:noAutofit/>
          </a:bodyPr>
          <a:lstStyle>
            <a:lvl1pPr marL="640080" indent="-457200" algn="l">
              <a:defRPr sz="5400"/>
            </a:lvl1pPr>
          </a:lstStyle>
          <a:p>
            <a:r>
              <a:rPr lang="en-US"/>
              <a:t>Click to edit Master title style</a:t>
            </a:r>
            <a:endParaRPr lang="en-US" dirty="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509A250-FF31-4206-8172-F9D3106AACB1}" type="datetimeFigureOut">
              <a:rPr lang="en-US" smtClean="0"/>
              <a:t>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
        <p:nvSpPr>
          <p:cNvPr id="8" name="Title 7"/>
          <p:cNvSpPr>
            <a:spLocks noGrp="1"/>
          </p:cNvSpPr>
          <p:nvPr>
            <p:ph type="title"/>
          </p:nvPr>
        </p:nvSpPr>
        <p:spPr/>
        <p:txBody>
          <a:bodyPr/>
          <a:lstStyle/>
          <a:p>
            <a:r>
              <a:rPr lang="en-US"/>
              <a:t>Click to edit Master title style</a:t>
            </a:r>
          </a:p>
        </p:txBody>
      </p:sp>
      <p:sp>
        <p:nvSpPr>
          <p:cNvPr id="10" name="Content Placeholder 9"/>
          <p:cNvSpPr>
            <a:spLocks noGrp="1"/>
          </p:cNvSpPr>
          <p:nvPr>
            <p:ph sz="quarter" idx="13"/>
          </p:nvPr>
        </p:nvSpPr>
        <p:spPr>
          <a:xfrm>
            <a:off x="1524000" y="731520"/>
            <a:ext cx="8534400" cy="3474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0" y="3866920"/>
            <a:ext cx="12192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12192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2652311"/>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12192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710927" y="2172648"/>
            <a:ext cx="7955555" cy="2423346"/>
          </a:xfrm>
          <a:effectLst/>
        </p:spPr>
        <p:txBody>
          <a:bodyPr anchor="b"/>
          <a:lstStyle>
            <a:lvl1pPr algn="r">
              <a:defRPr sz="4600" b="1" cap="none" baseline="0"/>
            </a:lvl1pPr>
          </a:lstStyle>
          <a:p>
            <a:r>
              <a:rPr lang="en-US"/>
              <a:t>Click to edit Master title style</a:t>
            </a:r>
            <a:endParaRPr lang="en-US" dirty="0"/>
          </a:p>
        </p:txBody>
      </p:sp>
      <p:sp>
        <p:nvSpPr>
          <p:cNvPr id="3" name="Text Placeholder 2"/>
          <p:cNvSpPr>
            <a:spLocks noGrp="1"/>
          </p:cNvSpPr>
          <p:nvPr>
            <p:ph type="body" idx="1"/>
          </p:nvPr>
        </p:nvSpPr>
        <p:spPr>
          <a:xfrm>
            <a:off x="2696584" y="4607511"/>
            <a:ext cx="7960659" cy="835460"/>
          </a:xfrm>
        </p:spPr>
        <p:txBody>
          <a:bodyPr anchor="t"/>
          <a:lstStyle>
            <a:lvl1pPr marL="0" indent="0" algn="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smtClean="0"/>
              <a:t>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9796027F-7875-4030-9381-8BD8C4F21935}" type="datetimeFigureOut">
              <a:rPr lang="en-US" smtClean="0"/>
              <a:t>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
        <p:nvSpPr>
          <p:cNvPr id="8" name="Title 7"/>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3"/>
          </p:nvPr>
        </p:nvSpPr>
        <p:spPr>
          <a:xfrm>
            <a:off x="1523999" y="731519"/>
            <a:ext cx="4462272" cy="3474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14"/>
          </p:nvPr>
        </p:nvSpPr>
        <p:spPr>
          <a:xfrm>
            <a:off x="6193536" y="731520"/>
            <a:ext cx="4462272" cy="3474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24000" y="731520"/>
            <a:ext cx="4462272"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41929" y="1400327"/>
            <a:ext cx="4462272"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6403" y="731520"/>
            <a:ext cx="4462272"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ctr"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None/>
            </a:pPr>
            <a:r>
              <a:rPr lang="en-US"/>
              <a:t>Click to edit Master text styles</a:t>
            </a:r>
          </a:p>
        </p:txBody>
      </p:sp>
      <p:sp>
        <p:nvSpPr>
          <p:cNvPr id="6" name="Content Placeholder 5"/>
          <p:cNvSpPr>
            <a:spLocks noGrp="1"/>
          </p:cNvSpPr>
          <p:nvPr>
            <p:ph sz="quarter" idx="4"/>
          </p:nvPr>
        </p:nvSpPr>
        <p:spPr>
          <a:xfrm>
            <a:off x="6193367" y="1399032"/>
            <a:ext cx="4462272"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smtClean="0"/>
              <a:t>1/7/2026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1/7/2026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1/7/2026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8794" y="2209801"/>
            <a:ext cx="4848113" cy="1258493"/>
          </a:xfrm>
          <a:effectLst/>
        </p:spPr>
        <p:txBody>
          <a:bodyPr anchor="b">
            <a:noAutofit/>
          </a:bodyPr>
          <a:lstStyle>
            <a:lvl1pPr marL="228600" indent="-228600" algn="l">
              <a:defRPr sz="2800" b="1">
                <a:effectLst/>
              </a:defRPr>
            </a:lvl1pPr>
          </a:lstStyle>
          <a:p>
            <a:r>
              <a:rPr lang="en-US"/>
              <a:t>Click to edit Master title style</a:t>
            </a:r>
            <a:endParaRPr lang="en-US" dirty="0"/>
          </a:p>
        </p:txBody>
      </p:sp>
      <p:sp>
        <p:nvSpPr>
          <p:cNvPr id="3" name="Content Placeholder 2"/>
          <p:cNvSpPr>
            <a:spLocks noGrp="1"/>
          </p:cNvSpPr>
          <p:nvPr>
            <p:ph idx="1"/>
          </p:nvPr>
        </p:nvSpPr>
        <p:spPr>
          <a:xfrm>
            <a:off x="6124688" y="731520"/>
            <a:ext cx="5356113" cy="4894730"/>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34354" y="3497802"/>
            <a:ext cx="4518213" cy="21395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3866920"/>
            <a:ext cx="12192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0" y="0"/>
            <a:ext cx="12192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0" y="2652311"/>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0" y="1600200"/>
            <a:ext cx="12192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5966900" y="1143000"/>
            <a:ext cx="5486400" cy="3127806"/>
          </a:xfrm>
          <a:prstGeom prst="roundRect">
            <a:avLst>
              <a:gd name="adj" fmla="val 4230"/>
            </a:avLst>
          </a:prstGeom>
          <a:solidFill>
            <a:schemeClr val="bg2">
              <a:lumMod val="90000"/>
            </a:schemeClr>
          </a:solidFill>
          <a:effectLst>
            <a:reflection blurRad="4350" stA="23000" endA="300" endPos="28000" dir="5400000" sy="-100000" algn="bl" rotWithShape="0"/>
          </a:effectLst>
          <a:scene3d>
            <a:camera prst="perspectiveContrastingLeftFacing" fov="1800000">
              <a:rot lat="300000" lon="2100000" rev="0"/>
            </a:camera>
            <a:lightRig rig="balanced" dir="t"/>
          </a:scene3d>
          <a:sp3d>
            <a:bevelT w="50800" h="50800"/>
          </a:sp3d>
        </p:spPr>
        <p:txBody>
          <a:bodyPr>
            <a:normAutofit/>
            <a:flatTx/>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70516" y="1010486"/>
            <a:ext cx="4925485" cy="2163020"/>
          </a:xfrm>
        </p:spPr>
        <p:txBody>
          <a:bodyPr anchor="b"/>
          <a:lstStyle>
            <a:lvl1pPr marL="182880" indent="-182880">
              <a:buFont typeface="Georgia" panose="02040502050405020303" pitchFamily="18" charset="0"/>
              <a:buChar char="*"/>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
        <p:nvSpPr>
          <p:cNvPr id="2" name="Title 1"/>
          <p:cNvSpPr>
            <a:spLocks noGrp="1"/>
          </p:cNvSpPr>
          <p:nvPr>
            <p:ph type="title"/>
          </p:nvPr>
        </p:nvSpPr>
        <p:spPr>
          <a:xfrm>
            <a:off x="969691" y="4464421"/>
            <a:ext cx="8511384" cy="1143000"/>
          </a:xfrm>
        </p:spPr>
        <p:txBody>
          <a:bodyPr anchor="b">
            <a:noAutofit/>
          </a:bodyPr>
          <a:lstStyle>
            <a:lvl1pPr algn="l">
              <a:defRPr sz="4600" b="1"/>
            </a:lvl1pPr>
          </a:lstStyle>
          <a:p>
            <a:r>
              <a:rPr lang="en-US"/>
              <a:t>Click to edit Master title style</a:t>
            </a:r>
            <a:endParaRPr lang="en-US" dirty="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2540000" y="731519"/>
            <a:ext cx="8534400" cy="347472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509A250-FF31-4206-8172-F9D3106AACB1}" type="datetimeFigureOut">
              <a:rPr lang="en-US" smtClean="0"/>
              <a:t>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8344" y="376518"/>
            <a:ext cx="2743200" cy="5238339"/>
          </a:xfrm>
          <a:effectLst/>
        </p:spPr>
        <p:txBody>
          <a:bodyPr vert="eaVert"/>
          <a:lstStyle>
            <a:lvl1pPr algn="l">
              <a:defRPr/>
            </a:lvl1pPr>
          </a:lstStyle>
          <a:p>
            <a:r>
              <a:rPr lang="en-US"/>
              <a:t>Click to edit Master title style</a:t>
            </a:r>
          </a:p>
        </p:txBody>
      </p:sp>
      <p:sp>
        <p:nvSpPr>
          <p:cNvPr id="3" name="Vertical Text Placeholder 2"/>
          <p:cNvSpPr>
            <a:spLocks noGrp="1"/>
          </p:cNvSpPr>
          <p:nvPr>
            <p:ph type="body" orient="vert" idx="1"/>
          </p:nvPr>
        </p:nvSpPr>
        <p:spPr>
          <a:xfrm>
            <a:off x="4432151" y="731520"/>
            <a:ext cx="6439049" cy="489472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0" y="-1"/>
            <a:ext cx="48768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340388" y="5047394"/>
            <a:ext cx="97536"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340388" y="4796819"/>
            <a:ext cx="97536"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340388" y="4637685"/>
            <a:ext cx="97536"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340388" y="4542559"/>
            <a:ext cx="97536"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a:xfrm>
            <a:off x="412744" y="680477"/>
            <a:ext cx="60960"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5" name="Rectangle 14"/>
          <p:cNvSpPr/>
          <p:nvPr/>
        </p:nvSpPr>
        <p:spPr>
          <a:xfrm>
            <a:off x="358764" y="680477"/>
            <a:ext cx="36576"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6" name="Rectangle 15"/>
          <p:cNvSpPr/>
          <p:nvPr/>
        </p:nvSpPr>
        <p:spPr>
          <a:xfrm>
            <a:off x="333360" y="680477"/>
            <a:ext cx="12192"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7" name="Rectangle 16"/>
          <p:cNvSpPr/>
          <p:nvPr/>
        </p:nvSpPr>
        <p:spPr>
          <a:xfrm>
            <a:off x="295691" y="680477"/>
            <a:ext cx="12192"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1219200" y="512064"/>
            <a:ext cx="10363200" cy="914400"/>
          </a:xfrm>
          <a:prstGeom prst="rect">
            <a:avLst/>
          </a:prstGeom>
        </p:spPr>
        <p:txBody>
          <a:bodyPr vert="horz" anchor="t">
            <a:noAutofit/>
          </a:bodyPr>
          <a:lstStyle/>
          <a:p>
            <a:r>
              <a:rPr kumimoji="0" lang="en-US"/>
              <a:t>Click to edit Master title style</a:t>
            </a:r>
          </a:p>
        </p:txBody>
      </p:sp>
      <p:sp>
        <p:nvSpPr>
          <p:cNvPr id="13" name="Text Placeholder 12"/>
          <p:cNvSpPr>
            <a:spLocks noGrp="1"/>
          </p:cNvSpPr>
          <p:nvPr>
            <p:ph type="body" idx="1"/>
          </p:nvPr>
        </p:nvSpPr>
        <p:spPr>
          <a:xfrm>
            <a:off x="1219200" y="1783560"/>
            <a:ext cx="10363200" cy="457200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636000" y="6416676"/>
            <a:ext cx="2844800" cy="365125"/>
          </a:xfrm>
          <a:prstGeom prst="rect">
            <a:avLst/>
          </a:prstGeom>
        </p:spPr>
        <p:txBody>
          <a:bodyPr vert="horz" anchor="b"/>
          <a:lstStyle>
            <a:lvl1pPr algn="l" eaLnBrk="1" latinLnBrk="0" hangingPunct="1">
              <a:defRPr kumimoji="0" sz="1100">
                <a:solidFill>
                  <a:schemeClr val="tx2"/>
                </a:solidFill>
              </a:defRPr>
            </a:lvl1pPr>
          </a:lstStyle>
          <a:p>
            <a:fld id="{4AAD347D-5ACD-4C99-B74B-A9C85AD731AF}" type="datetimeFigureOut">
              <a:rPr lang="en-US" smtClean="0"/>
              <a:t>1/7/2026</a:t>
            </a:fld>
            <a:endParaRPr lang="en-US" dirty="0"/>
          </a:p>
        </p:txBody>
      </p:sp>
      <p:sp>
        <p:nvSpPr>
          <p:cNvPr id="3" name="Footer Placeholder 2"/>
          <p:cNvSpPr>
            <a:spLocks noGrp="1"/>
          </p:cNvSpPr>
          <p:nvPr>
            <p:ph type="ftr" sz="quarter" idx="3"/>
          </p:nvPr>
        </p:nvSpPr>
        <p:spPr>
          <a:xfrm>
            <a:off x="1219200" y="6416676"/>
            <a:ext cx="7416800" cy="365125"/>
          </a:xfrm>
          <a:prstGeom prst="rect">
            <a:avLst/>
          </a:prstGeom>
        </p:spPr>
        <p:txBody>
          <a:bodyPr vert="horz" anchor="b"/>
          <a:lstStyle>
            <a:lvl1pPr algn="r" eaLnBrk="1" latinLnBrk="0" hangingPunct="1">
              <a:defRPr kumimoji="0" sz="1100">
                <a:solidFill>
                  <a:schemeClr val="tx2"/>
                </a:solidFill>
              </a:defRPr>
            </a:lvl1pPr>
          </a:lstStyle>
          <a:p>
            <a:endParaRPr lang="en-US" dirty="0"/>
          </a:p>
        </p:txBody>
      </p:sp>
      <p:sp>
        <p:nvSpPr>
          <p:cNvPr id="23" name="Slide Number Placeholder 22"/>
          <p:cNvSpPr>
            <a:spLocks noGrp="1"/>
          </p:cNvSpPr>
          <p:nvPr>
            <p:ph type="sldNum" sz="quarter" idx="4"/>
          </p:nvPr>
        </p:nvSpPr>
        <p:spPr>
          <a:xfrm>
            <a:off x="11480800" y="6416676"/>
            <a:ext cx="609600" cy="365125"/>
          </a:xfrm>
          <a:prstGeom prst="rect">
            <a:avLst/>
          </a:prstGeom>
        </p:spPr>
        <p:txBody>
          <a:bodyPr vert="horz" anchor="b"/>
          <a:lstStyle>
            <a:lvl1pPr algn="l" eaLnBrk="1" latinLnBrk="0" hangingPunct="1">
              <a:defRPr kumimoji="0" sz="1200">
                <a:solidFill>
                  <a:schemeClr val="tx2"/>
                </a:solidFill>
              </a:defRPr>
            </a:lvl1pPr>
          </a:lstStyle>
          <a:p>
            <a:fld id="{D57F1E4F-1CFF-5643-939E-02111984F565}" type="slidenum">
              <a:rPr lang="en-US" smtClean="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1" latinLnBrk="0" hangingPunct="1">
        <a:spcBef>
          <a:spcPct val="0"/>
        </a:spcBef>
        <a:buNone/>
        <a:defRPr kumimoji="0" sz="4000" kern="1200" spc="-100" baseline="0">
          <a:solidFill>
            <a:schemeClr val="tx2">
              <a:satMod val="200000"/>
            </a:schemeClr>
          </a:solidFill>
          <a:latin typeface="+mj-lt"/>
          <a:ea typeface="+mj-ea"/>
          <a:cs typeface="+mj-cs"/>
        </a:defRPr>
      </a:lvl1pPr>
    </p:titleStyle>
    <p:bodyStyle>
      <a:lvl1pPr marL="411480" indent="-342900" algn="l" rtl="0" eaLnBrk="1" latinLnBrk="0" hangingPunct="1">
        <a:spcBef>
          <a:spcPts val="700"/>
        </a:spcBef>
        <a:buClr>
          <a:schemeClr val="tx2"/>
        </a:buClr>
        <a:buSzPct val="95000"/>
        <a:buFont typeface="Wingdings" panose="05000000000000000000"/>
        <a:buChar char=""/>
        <a:defRPr kumimoji="0" sz="3000" kern="1200">
          <a:solidFill>
            <a:schemeClr val="tx1"/>
          </a:solidFill>
          <a:latin typeface="+mn-lt"/>
          <a:ea typeface="+mn-ea"/>
          <a:cs typeface="+mn-cs"/>
        </a:defRPr>
      </a:lvl1pPr>
      <a:lvl2pPr marL="740410" indent="-285750" algn="l" rtl="0" eaLnBrk="1" latinLnBrk="0" hangingPunct="1">
        <a:spcBef>
          <a:spcPct val="20000"/>
        </a:spcBef>
        <a:buClr>
          <a:schemeClr val="accent2"/>
        </a:buClr>
        <a:buSzPct val="90000"/>
        <a:buFont typeface="Wingdings" panose="05000000000000000000"/>
        <a:buChar char=""/>
        <a:defRPr kumimoji="0" sz="2600" kern="1200">
          <a:solidFill>
            <a:schemeClr val="tx1"/>
          </a:solidFill>
          <a:latin typeface="+mn-lt"/>
          <a:ea typeface="+mn-ea"/>
          <a:cs typeface="+mn-cs"/>
        </a:defRPr>
      </a:lvl2pPr>
      <a:lvl3pPr marL="996950" indent="-228600" algn="l" rtl="0" eaLnBrk="1" latinLnBrk="0" hangingPunct="1">
        <a:spcBef>
          <a:spcPct val="20000"/>
        </a:spcBef>
        <a:buClr>
          <a:schemeClr val="accent2"/>
        </a:buClr>
        <a:buFont typeface="Wingdings 2"/>
        <a:buChar char=""/>
        <a:defRPr kumimoji="0" sz="2400" kern="1200">
          <a:solidFill>
            <a:schemeClr val="tx1"/>
          </a:solidFill>
          <a:latin typeface="+mn-lt"/>
          <a:ea typeface="+mn-ea"/>
          <a:cs typeface="+mn-cs"/>
        </a:defRPr>
      </a:lvl3pPr>
      <a:lvl4pPr marL="1261745" indent="-228600" algn="l" rtl="0" eaLnBrk="1" latinLnBrk="0" hangingPunct="1">
        <a:spcBef>
          <a:spcPct val="20000"/>
        </a:spcBef>
        <a:buClr>
          <a:schemeClr val="accent3"/>
        </a:buClr>
        <a:buFont typeface="Wingdings 3"/>
        <a:buChar char=""/>
        <a:defRPr kumimoji="0" sz="2200" kern="1200">
          <a:solidFill>
            <a:schemeClr val="tx1"/>
          </a:solidFill>
          <a:latin typeface="+mn-lt"/>
          <a:ea typeface="+mn-ea"/>
          <a:cs typeface="+mn-cs"/>
        </a:defRPr>
      </a:lvl4pPr>
      <a:lvl5pPr marL="1481455" indent="-210185" algn="l" rtl="0" eaLnBrk="1" latinLnBrk="0" hangingPunct="1">
        <a:spcBef>
          <a:spcPct val="20000"/>
        </a:spcBef>
        <a:buClr>
          <a:schemeClr val="accent3"/>
        </a:buClr>
        <a:buFont typeface="Wingdings 2"/>
        <a:buChar char=""/>
        <a:defRPr kumimoji="0" sz="2000" kern="1200">
          <a:solidFill>
            <a:schemeClr val="tx1"/>
          </a:solidFill>
          <a:latin typeface="+mn-lt"/>
          <a:ea typeface="+mn-ea"/>
          <a:cs typeface="+mn-cs"/>
        </a:defRPr>
      </a:lvl5pPr>
      <a:lvl6pPr marL="1710055" indent="-210185" algn="l" rtl="0" eaLnBrk="1" latinLnBrk="0" hangingPunct="1">
        <a:spcBef>
          <a:spcPct val="20000"/>
        </a:spcBef>
        <a:buClr>
          <a:schemeClr val="accent3"/>
        </a:buClr>
        <a:buFont typeface="Wingdings 2"/>
        <a:buChar char=""/>
        <a:defRPr kumimoji="0" sz="1800" kern="1200">
          <a:solidFill>
            <a:schemeClr val="tx1"/>
          </a:solidFill>
          <a:latin typeface="+mn-lt"/>
          <a:ea typeface="+mn-ea"/>
          <a:cs typeface="+mn-cs"/>
        </a:defRPr>
      </a:lvl6pPr>
      <a:lvl7pPr marL="1901825"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7pPr>
      <a:lvl8pPr marL="2094230"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8pPr>
      <a:lvl9pPr marL="2286000"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2">
        <a:schemeClr val="bg1"/>
      </p:bgRef>
    </p:bg>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13" cstate="print"/>
          <a:stretch>
            <a:fillRect/>
          </a:stretch>
        </p:blipFill>
        <p:spPr>
          <a:xfrm>
            <a:off x="0" y="0"/>
            <a:ext cx="12192000" cy="6858000"/>
          </a:xfrm>
          <a:prstGeom prst="rect">
            <a:avLst/>
          </a:prstGeom>
        </p:spPr>
      </p:pic>
      <p:sp>
        <p:nvSpPr>
          <p:cNvPr id="2" name="Title Placeholder 1"/>
          <p:cNvSpPr>
            <a:spLocks noGrp="1"/>
          </p:cNvSpPr>
          <p:nvPr>
            <p:ph type="title"/>
          </p:nvPr>
        </p:nvSpPr>
        <p:spPr>
          <a:xfrm>
            <a:off x="812800" y="274638"/>
            <a:ext cx="10566400" cy="1143000"/>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812800" y="1600203"/>
            <a:ext cx="105664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20000" y="6356353"/>
            <a:ext cx="2032000" cy="365125"/>
          </a:xfrm>
          <a:prstGeom prst="rect">
            <a:avLst/>
          </a:prstGeom>
        </p:spPr>
        <p:txBody>
          <a:bodyPr vert="horz" lIns="91440" tIns="45720" rIns="91440" bIns="45720" rtlCol="0" anchor="ctr"/>
          <a:lstStyle>
            <a:lvl1pPr algn="r">
              <a:defRPr sz="1000" strike="noStrike" spc="60" baseline="0">
                <a:solidFill>
                  <a:schemeClr val="tx1"/>
                </a:solidFill>
              </a:defRPr>
            </a:lvl1pPr>
          </a:lstStyle>
          <a:p>
            <a:fld id="{B9CA7F16-7EF7-4BAE-A533-BC5C8B1B0BEB}" type="datetimeFigureOut">
              <a:rPr lang="en-US" smtClean="0"/>
              <a:t>1/7/2026</a:t>
            </a:fld>
            <a:endParaRPr lang="en-US"/>
          </a:p>
        </p:txBody>
      </p:sp>
      <p:sp>
        <p:nvSpPr>
          <p:cNvPr id="5" name="Footer Placeholder 4"/>
          <p:cNvSpPr>
            <a:spLocks noGrp="1"/>
          </p:cNvSpPr>
          <p:nvPr>
            <p:ph type="ftr" sz="quarter" idx="3"/>
          </p:nvPr>
        </p:nvSpPr>
        <p:spPr>
          <a:xfrm>
            <a:off x="812800" y="6356353"/>
            <a:ext cx="3860800" cy="365125"/>
          </a:xfrm>
          <a:prstGeom prst="rect">
            <a:avLst/>
          </a:prstGeom>
        </p:spPr>
        <p:txBody>
          <a:bodyPr vert="horz" lIns="91440" tIns="45720" rIns="91440" bIns="45720" rtlCol="0" anchor="ctr"/>
          <a:lstStyle>
            <a:lvl1pPr algn="l">
              <a:defRPr sz="1000" cap="all" spc="60" baseline="0">
                <a:solidFill>
                  <a:schemeClr val="tx1"/>
                </a:solidFill>
              </a:defRPr>
            </a:lvl1pPr>
          </a:lstStyle>
          <a:p>
            <a:endParaRPr lang="en-US"/>
          </a:p>
        </p:txBody>
      </p:sp>
      <p:sp>
        <p:nvSpPr>
          <p:cNvPr id="6" name="Slide Number Placeholder 5"/>
          <p:cNvSpPr>
            <a:spLocks noGrp="1"/>
          </p:cNvSpPr>
          <p:nvPr>
            <p:ph type="sldNum" sz="quarter" idx="4"/>
          </p:nvPr>
        </p:nvSpPr>
        <p:spPr>
          <a:xfrm>
            <a:off x="10058400" y="6356353"/>
            <a:ext cx="1320800" cy="365125"/>
          </a:xfrm>
          <a:prstGeom prst="rect">
            <a:avLst/>
          </a:prstGeom>
        </p:spPr>
        <p:txBody>
          <a:bodyPr vert="horz" lIns="91440" tIns="45720" rIns="91440" bIns="45720" rtlCol="0" anchor="ctr"/>
          <a:lstStyle>
            <a:lvl1pPr algn="r">
              <a:defRPr sz="1100" baseline="0">
                <a:solidFill>
                  <a:schemeClr val="tx1"/>
                </a:solidFill>
              </a:defRPr>
            </a:lvl1pPr>
          </a:lstStyle>
          <a:p>
            <a:fld id="{8A3A827A-826E-4A0B-AEA4-130148450C5D}" type="slidenum">
              <a:rPr lang="en-US" smtClean="0"/>
              <a:t>‹#›</a:t>
            </a:fld>
            <a:endParaRPr 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3000" kern="1200" cap="all" spc="50"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1pPr>
      <a:lvl2pPr marL="742950" indent="-28575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2pPr>
      <a:lvl3pPr marL="11430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3pPr>
      <a:lvl4pPr marL="16002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4pPr>
      <a:lvl5pPr marL="20574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5pPr>
      <a:lvl6pPr marL="25146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a:solidFill>
            <a:schemeClr val="tx1"/>
          </a:solidFill>
          <a:latin typeface="+mn-lt"/>
          <a:ea typeface="+mn-ea"/>
          <a:cs typeface="+mn-cs"/>
        </a:defRPr>
      </a:lvl6pPr>
      <a:lvl7pPr marL="29718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a:solidFill>
            <a:schemeClr val="tx1"/>
          </a:solidFill>
          <a:latin typeface="+mn-lt"/>
          <a:ea typeface="+mn-ea"/>
          <a:cs typeface="+mn-cs"/>
        </a:defRPr>
      </a:lvl7pPr>
      <a:lvl8pPr marL="34290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a:solidFill>
            <a:schemeClr val="tx1"/>
          </a:solidFill>
          <a:latin typeface="+mn-lt"/>
          <a:ea typeface="+mn-ea"/>
          <a:cs typeface="+mn-cs"/>
        </a:defRPr>
      </a:lvl8pPr>
      <a:lvl9pPr marL="38862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5"/>
            <a:ext cx="12192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99136" y="6388390"/>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7721600" y="6404984"/>
            <a:ext cx="4059936" cy="365760"/>
          </a:xfrm>
          <a:prstGeom prst="rect">
            <a:avLst/>
          </a:prstGeom>
        </p:spPr>
        <p:txBody>
          <a:bodyPr vert="horz"/>
          <a:lstStyle>
            <a:lvl1pPr algn="r" eaLnBrk="1" latinLnBrk="0" hangingPunct="1">
              <a:defRPr kumimoji="0" sz="1400">
                <a:solidFill>
                  <a:srgbClr val="FFFFFF"/>
                </a:solidFill>
              </a:defRPr>
            </a:lvl1pPr>
          </a:lstStyle>
          <a:p>
            <a:fld id="{B9CA7F16-7EF7-4BAE-A533-BC5C8B1B0BEB}" type="datetimeFigureOut">
              <a:rPr lang="en-US" smtClean="0"/>
              <a:t>1/7/2026</a:t>
            </a:fld>
            <a:endParaRPr lang="en-US"/>
          </a:p>
        </p:txBody>
      </p:sp>
      <p:sp>
        <p:nvSpPr>
          <p:cNvPr id="3" name="Footer Placeholder 2"/>
          <p:cNvSpPr>
            <a:spLocks noGrp="1"/>
          </p:cNvSpPr>
          <p:nvPr>
            <p:ph type="ftr" sz="quarter" idx="3"/>
          </p:nvPr>
        </p:nvSpPr>
        <p:spPr>
          <a:xfrm>
            <a:off x="406400" y="6410848"/>
            <a:ext cx="4775200" cy="365760"/>
          </a:xfrm>
          <a:prstGeom prst="rect">
            <a:avLst/>
          </a:prstGeom>
        </p:spPr>
        <p:txBody>
          <a:bodyPr vert="horz"/>
          <a:lstStyle>
            <a:lvl1pPr algn="l" eaLnBrk="1" latinLnBrk="0" hangingPunct="1">
              <a:defRPr kumimoji="0" sz="1200">
                <a:solidFill>
                  <a:srgbClr val="FFFFFF"/>
                </a:solidFill>
              </a:defRPr>
            </a:lvl1pPr>
          </a:lstStyle>
          <a:p>
            <a:endParaRPr lang="en-US"/>
          </a:p>
        </p:txBody>
      </p:sp>
      <p:sp>
        <p:nvSpPr>
          <p:cNvPr id="8" name="Rectangle 7"/>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203200" y="1276743"/>
            <a:ext cx="1177747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5689600" y="956036"/>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5815584" y="1050524"/>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5791200" y="1040179"/>
            <a:ext cx="6096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8A3A827A-826E-4A0B-AEA4-130148450C5D}" type="slidenum">
              <a:rPr lang="en-US" smtClean="0"/>
              <a:t>‹#›</a:t>
            </a:fld>
            <a:endParaRPr lang="en-US"/>
          </a:p>
        </p:txBody>
      </p:sp>
      <p:sp>
        <p:nvSpPr>
          <p:cNvPr id="22" name="Title Placeholder 21"/>
          <p:cNvSpPr>
            <a:spLocks noGrp="1"/>
          </p:cNvSpPr>
          <p:nvPr>
            <p:ph type="title"/>
          </p:nvPr>
        </p:nvSpPr>
        <p:spPr>
          <a:xfrm>
            <a:off x="402336" y="228600"/>
            <a:ext cx="11379200" cy="758952"/>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402336" y="1524000"/>
            <a:ext cx="11379200" cy="459943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panose="05000000000000000000"/>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panose="05000000000000000000"/>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304800" y="228600"/>
            <a:ext cx="11594592"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82220" y="1679429"/>
            <a:ext cx="11631168" cy="1329874"/>
            <a:chOff x="-3905251" y="4294188"/>
            <a:chExt cx="13027839" cy="1892300"/>
          </a:xfrm>
        </p:grpSpPr>
        <p:sp>
          <p:nvSpPr>
            <p:cNvPr id="17"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8"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9"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20"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1" name="Freeform 10"/>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Placeholder 1"/>
          <p:cNvSpPr>
            <a:spLocks noGrp="1"/>
          </p:cNvSpPr>
          <p:nvPr>
            <p:ph type="title"/>
          </p:nvPr>
        </p:nvSpPr>
        <p:spPr>
          <a:xfrm>
            <a:off x="609600" y="338328"/>
            <a:ext cx="10972800" cy="12527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4" name="Date Placeholder 3"/>
          <p:cNvSpPr>
            <a:spLocks noGrp="1"/>
          </p:cNvSpPr>
          <p:nvPr>
            <p:ph type="dt" sz="half" idx="2"/>
          </p:nvPr>
        </p:nvSpPr>
        <p:spPr>
          <a:xfrm>
            <a:off x="6884896" y="6250171"/>
            <a:ext cx="5048920" cy="365125"/>
          </a:xfrm>
          <a:prstGeom prst="rect">
            <a:avLst/>
          </a:prstGeom>
        </p:spPr>
        <p:txBody>
          <a:bodyPr vert="horz" lIns="91440" tIns="45720" rIns="91440" bIns="45720" rtlCol="0" anchor="ctr"/>
          <a:lstStyle>
            <a:lvl1pPr algn="r">
              <a:defRPr sz="1000">
                <a:solidFill>
                  <a:schemeClr val="tx2"/>
                </a:solidFill>
              </a:defRPr>
            </a:lvl1pPr>
          </a:lstStyle>
          <a:p>
            <a:fld id="{B9CA7F16-7EF7-4BAE-A533-BC5C8B1B0BEB}" type="datetimeFigureOut">
              <a:rPr lang="en-US" smtClean="0"/>
              <a:t>1/7/2026</a:t>
            </a:fld>
            <a:endParaRPr lang="en-US"/>
          </a:p>
        </p:txBody>
      </p:sp>
      <p:sp>
        <p:nvSpPr>
          <p:cNvPr id="5" name="Footer Placeholder 4"/>
          <p:cNvSpPr>
            <a:spLocks noGrp="1"/>
          </p:cNvSpPr>
          <p:nvPr>
            <p:ph type="ftr" sz="quarter" idx="3"/>
          </p:nvPr>
        </p:nvSpPr>
        <p:spPr>
          <a:xfrm>
            <a:off x="258189" y="6250171"/>
            <a:ext cx="5048921" cy="365125"/>
          </a:xfrm>
          <a:prstGeom prst="rect">
            <a:avLst/>
          </a:prstGeom>
        </p:spPr>
        <p:txBody>
          <a:bodyPr vert="horz" lIns="91440" tIns="45720" rIns="91440" bIns="45720" rtlCol="0" anchor="ctr"/>
          <a:lstStyle>
            <a:lvl1pPr algn="l">
              <a:defRPr sz="1000">
                <a:solidFill>
                  <a:schemeClr val="tx2"/>
                </a:solidFill>
              </a:defRPr>
            </a:lvl1pPr>
          </a:lstStyle>
          <a:p>
            <a:endParaRPr lang="en-US"/>
          </a:p>
        </p:txBody>
      </p:sp>
      <p:sp>
        <p:nvSpPr>
          <p:cNvPr id="6" name="Slide Number Placeholder 5"/>
          <p:cNvSpPr>
            <a:spLocks noGrp="1"/>
          </p:cNvSpPr>
          <p:nvPr>
            <p:ph type="sldNum" sz="quarter" idx="4"/>
          </p:nvPr>
        </p:nvSpPr>
        <p:spPr>
          <a:xfrm>
            <a:off x="5321452" y="6250170"/>
            <a:ext cx="1549101" cy="365125"/>
          </a:xfrm>
          <a:prstGeom prst="rect">
            <a:avLst/>
          </a:prstGeom>
        </p:spPr>
        <p:txBody>
          <a:bodyPr vert="horz" lIns="91440" tIns="45720" rIns="91440" bIns="45720" rtlCol="0" anchor="ctr"/>
          <a:lstStyle>
            <a:lvl1pPr algn="ctr">
              <a:defRPr sz="1000">
                <a:solidFill>
                  <a:schemeClr val="tx2"/>
                </a:solidFill>
              </a:defRPr>
            </a:lvl1pPr>
          </a:lstStyle>
          <a:p>
            <a:fld id="{8A3A827A-826E-4A0B-AEA4-130148450C5D}" type="slidenum">
              <a:rPr lang="en-US" smtClean="0"/>
              <a:t>‹#›</a:t>
            </a:fld>
            <a:endParaRPr lang="en-US"/>
          </a:p>
        </p:txBody>
      </p:sp>
      <p:sp>
        <p:nvSpPr>
          <p:cNvPr id="3" name="Text Placeholder 2"/>
          <p:cNvSpPr>
            <a:spLocks noGrp="1"/>
          </p:cNvSpPr>
          <p:nvPr>
            <p:ph type="body" idx="1"/>
          </p:nvPr>
        </p:nvSpPr>
        <p:spPr>
          <a:xfrm>
            <a:off x="1162761" y="2675467"/>
            <a:ext cx="9877777" cy="34506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4320" algn="l" defTabSz="914400" rtl="0" eaLnBrk="1" latinLnBrk="0" hangingPunct="1">
        <a:spcBef>
          <a:spcPct val="20000"/>
        </a:spcBef>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defTabSz="914400" rtl="0" eaLnBrk="1" latinLnBrk="0" hangingPunct="1">
        <a:spcBef>
          <a:spcPct val="20000"/>
        </a:spcBef>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anose="05050102010706020507"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0" y="5105400"/>
            <a:ext cx="12192000" cy="175260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12192000" cy="510540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3768304"/>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12192000" cy="5105400"/>
          </a:xfrm>
          <a:prstGeom prst="ellipse">
            <a:avLst/>
          </a:prstGeom>
          <a:gradFill flip="none" rotWithShape="1">
            <a:gsLst>
              <a:gs pos="0">
                <a:schemeClr val="bg1"/>
              </a:gs>
              <a:gs pos="56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2391053" y="4372168"/>
            <a:ext cx="8683348" cy="1143000"/>
          </a:xfrm>
          <a:prstGeom prst="rect">
            <a:avLst/>
          </a:prstGeom>
          <a:effectLst/>
        </p:spPr>
        <p:txBody>
          <a:bodyPr vert="horz" lIns="91440" tIns="45720" rIns="91440" bIns="4572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1524000" y="732260"/>
            <a:ext cx="8534400" cy="34747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00" y="6172201"/>
            <a:ext cx="3352800" cy="365125"/>
          </a:xfrm>
          <a:prstGeom prst="rect">
            <a:avLst/>
          </a:prstGeom>
        </p:spPr>
        <p:txBody>
          <a:bodyPr vert="horz" lIns="91440" tIns="45720" rIns="91440" bIns="45720" rtlCol="0" anchor="ctr"/>
          <a:lstStyle>
            <a:lvl1pPr algn="r">
              <a:defRPr sz="1100" b="1">
                <a:solidFill>
                  <a:schemeClr val="tx1">
                    <a:lumMod val="50000"/>
                    <a:lumOff val="50000"/>
                  </a:schemeClr>
                </a:solidFill>
              </a:defRPr>
            </a:lvl1pPr>
          </a:lstStyle>
          <a:p>
            <a:fld id="{4AAD347D-5ACD-4C99-B74B-A9C85AD731AF}" type="datetimeFigureOut">
              <a:rPr lang="en-US" smtClean="0"/>
              <a:t>1/7/2026</a:t>
            </a:fld>
            <a:endParaRPr lang="en-US" dirty="0"/>
          </a:p>
        </p:txBody>
      </p:sp>
      <p:sp>
        <p:nvSpPr>
          <p:cNvPr id="5" name="Footer Placeholder 4"/>
          <p:cNvSpPr>
            <a:spLocks noGrp="1"/>
          </p:cNvSpPr>
          <p:nvPr>
            <p:ph type="ftr" sz="quarter" idx="3"/>
          </p:nvPr>
        </p:nvSpPr>
        <p:spPr>
          <a:xfrm>
            <a:off x="609600" y="6172201"/>
            <a:ext cx="4470401" cy="365125"/>
          </a:xfrm>
          <a:prstGeom prst="rect">
            <a:avLst/>
          </a:prstGeom>
        </p:spPr>
        <p:txBody>
          <a:bodyPr vert="horz" lIns="91440" tIns="45720" rIns="91440" bIns="45720" rtlCol="0" anchor="ctr"/>
          <a:lstStyle>
            <a:lvl1pPr algn="l">
              <a:defRPr sz="1100" b="1">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5080000" y="6172201"/>
            <a:ext cx="2438400" cy="365125"/>
          </a:xfrm>
          <a:prstGeom prst="rect">
            <a:avLst/>
          </a:prstGeom>
        </p:spPr>
        <p:txBody>
          <a:bodyPr vert="horz" lIns="91440" tIns="45720" rIns="91440" bIns="45720" rtlCol="0" anchor="ctr"/>
          <a:lstStyle>
            <a:lvl1pPr algn="ctr">
              <a:defRPr sz="1200" b="1">
                <a:solidFill>
                  <a:schemeClr val="tx1">
                    <a:lumMod val="50000"/>
                    <a:lumOff val="50000"/>
                  </a:schemeClr>
                </a:solidFill>
              </a:defRPr>
            </a:lvl1pPr>
          </a:lstStyle>
          <a:p>
            <a:fld id="{D57F1E4F-1CFF-5643-939E-02111984F565}"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marL="320040" indent="-320040" algn="r" defTabSz="914400" rtl="0" eaLnBrk="1" latinLnBrk="0" hangingPunct="1">
        <a:spcBef>
          <a:spcPct val="0"/>
        </a:spcBef>
        <a:buClr>
          <a:schemeClr val="accent6">
            <a:lumMod val="75000"/>
          </a:schemeClr>
        </a:buClr>
        <a:buSzPct val="128000"/>
        <a:buFont typeface="Georgia" panose="02040502050405020303"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2200" kern="1200">
          <a:solidFill>
            <a:schemeClr val="tx1">
              <a:lumMod val="75000"/>
              <a:lumOff val="25000"/>
            </a:schemeClr>
          </a:solidFill>
          <a:latin typeface="+mn-lt"/>
          <a:ea typeface="+mn-ea"/>
          <a:cs typeface="+mn-cs"/>
        </a:defRPr>
      </a:lvl1pPr>
      <a:lvl2pPr marL="54864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2000" kern="1200">
          <a:solidFill>
            <a:schemeClr val="tx1">
              <a:lumMod val="75000"/>
              <a:lumOff val="25000"/>
            </a:schemeClr>
          </a:solidFill>
          <a:latin typeface="+mn-lt"/>
          <a:ea typeface="+mn-ea"/>
          <a:cs typeface="+mn-cs"/>
        </a:defRPr>
      </a:lvl2pPr>
      <a:lvl3pPr marL="82296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800" kern="1200">
          <a:solidFill>
            <a:schemeClr val="tx1">
              <a:lumMod val="75000"/>
              <a:lumOff val="25000"/>
            </a:schemeClr>
          </a:solidFill>
          <a:latin typeface="+mn-lt"/>
          <a:ea typeface="+mn-ea"/>
          <a:cs typeface="+mn-cs"/>
        </a:defRPr>
      </a:lvl3pPr>
      <a:lvl4pPr marL="109728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600" kern="1200">
          <a:solidFill>
            <a:schemeClr val="tx1">
              <a:lumMod val="75000"/>
              <a:lumOff val="25000"/>
            </a:schemeClr>
          </a:solidFill>
          <a:latin typeface="+mn-lt"/>
          <a:ea typeface="+mn-ea"/>
          <a:cs typeface="+mn-cs"/>
        </a:defRPr>
      </a:lvl4pPr>
      <a:lvl5pPr marL="1390015"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5pPr>
      <a:lvl6pPr marL="1664335"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6pPr>
      <a:lvl7pPr marL="196596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7pPr>
      <a:lvl8pPr marL="228600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8pPr>
      <a:lvl9pPr marL="2587625"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jpeg"/><Relationship Id="rId1" Type="http://schemas.openxmlformats.org/officeDocument/2006/relationships/slideLayout" Target="../slideLayouts/slideLayout4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cstate="print">
            <a:extLst>
              <a:ext uri="{BEBA8EAE-BF5A-486C-A8C5-ECC9F3942E4B}">
                <a14:imgProps xmlns:a14="http://schemas.microsoft.com/office/drawing/2010/main">
                  <a14:imgLayer r:embed="rId3">
                    <a14:imgEffect>
                      <a14:colorTemperature colorTemp="4700"/>
                    </a14:imgEffect>
                    <a14:imgEffect>
                      <a14:saturation sat="300000"/>
                    </a14:imgEffect>
                  </a14:imgLayer>
                </a14:imgProps>
              </a:ext>
            </a:extLst>
          </a:blip>
          <a:srcRect/>
          <a:stretch>
            <a:fillRect/>
          </a:stretch>
        </p:blipFill>
        <p:spPr>
          <a:xfrm>
            <a:off x="1516743" y="876925"/>
            <a:ext cx="1219200" cy="1132826"/>
          </a:xfrm>
          <a:prstGeom prst="rect">
            <a:avLst/>
          </a:prstGeom>
        </p:spPr>
      </p:pic>
      <p:sp>
        <p:nvSpPr>
          <p:cNvPr id="2" name="Title 1"/>
          <p:cNvSpPr>
            <a:spLocks noGrp="1"/>
          </p:cNvSpPr>
          <p:nvPr>
            <p:ph type="ctrTitle"/>
          </p:nvPr>
        </p:nvSpPr>
        <p:spPr>
          <a:xfrm>
            <a:off x="519358" y="220725"/>
            <a:ext cx="11451771" cy="2790489"/>
          </a:xfrm>
        </p:spPr>
        <p:txBody>
          <a:bodyPr>
            <a:normAutofit fontScale="90000"/>
          </a:bodyPr>
          <a:lstStyle/>
          <a:p>
            <a:pPr marL="182880" indent="0" algn="ctr">
              <a:buNone/>
            </a:pPr>
            <a:r>
              <a:rPr lang="en-US" sz="2700" b="1" dirty="0">
                <a:solidFill>
                  <a:srgbClr val="FF0000"/>
                </a:solidFill>
                <a:effectLst/>
              </a:rPr>
              <a:t>ANNAMACHARYA INSTITUTE OF TECHNOLOGY AND SCIENCES::TIRUPATI</a:t>
            </a:r>
            <a:br>
              <a:rPr lang="en-US" sz="2700" b="1" dirty="0">
                <a:solidFill>
                  <a:srgbClr val="FF0000"/>
                </a:solidFill>
                <a:effectLst/>
              </a:rPr>
            </a:br>
            <a:r>
              <a:rPr lang="en-IN" sz="2000" b="1" dirty="0">
                <a:solidFill>
                  <a:srgbClr val="FF0000"/>
                </a:solidFill>
                <a:effectLst/>
              </a:rPr>
              <a:t>(AUTONOMOUS)</a:t>
            </a:r>
            <a:br>
              <a:rPr lang="en-IN" sz="2000" b="1" dirty="0">
                <a:solidFill>
                  <a:srgbClr val="FF0000"/>
                </a:solidFill>
                <a:effectLst/>
              </a:rPr>
            </a:br>
            <a:r>
              <a:rPr lang="en-IN" sz="2400" b="1" dirty="0">
                <a:solidFill>
                  <a:srgbClr val="0033CC"/>
                </a:solidFill>
                <a:effectLst/>
              </a:rPr>
              <a:t>Artificial Intelligence &amp; Data Science</a:t>
            </a:r>
            <a:br>
              <a:rPr lang="en-IN" sz="2000" dirty="0">
                <a:solidFill>
                  <a:srgbClr val="0033CC"/>
                </a:solidFill>
                <a:effectLst/>
              </a:rPr>
            </a:br>
            <a:r>
              <a:rPr lang="en-IN" sz="2400" dirty="0">
                <a:effectLst/>
                <a:latin typeface="Algerian" pitchFamily="82" charset="0"/>
              </a:rPr>
              <a:t>A.Y.: 2025-2026</a:t>
            </a:r>
            <a:br>
              <a:rPr lang="en-IN" sz="2700" b="1" dirty="0">
                <a:solidFill>
                  <a:schemeClr val="accent1">
                    <a:lumMod val="75000"/>
                  </a:schemeClr>
                </a:solidFill>
                <a:effectLst/>
              </a:rPr>
            </a:br>
            <a:r>
              <a:rPr lang="en-IN" sz="2700" b="1" dirty="0">
                <a:solidFill>
                  <a:schemeClr val="accent1">
                    <a:lumMod val="75000"/>
                  </a:schemeClr>
                </a:solidFill>
                <a:effectLst/>
              </a:rPr>
              <a:t>ABSTRACT REVIEW</a:t>
            </a:r>
            <a:br>
              <a:rPr lang="en-IN" sz="2700" b="1" dirty="0">
                <a:solidFill>
                  <a:schemeClr val="accent1">
                    <a:lumMod val="75000"/>
                  </a:schemeClr>
                </a:solidFill>
                <a:effectLst/>
              </a:rPr>
            </a:br>
            <a:br>
              <a:rPr lang="en-IN" sz="2000" dirty="0">
                <a:effectLst/>
              </a:rPr>
            </a:br>
            <a:r>
              <a:rPr lang="en-GB" sz="2400" dirty="0">
                <a:solidFill>
                  <a:srgbClr val="C00000"/>
                </a:solidFill>
                <a:effectLst/>
                <a:latin typeface="Arial Black" panose="020B0A04020102020204" pitchFamily="34" charset="0"/>
              </a:rPr>
              <a:t>A </a:t>
            </a:r>
            <a:r>
              <a:rPr lang="en-US" sz="2400" dirty="0">
                <a:solidFill>
                  <a:srgbClr val="C00000"/>
                </a:solidFill>
                <a:effectLst/>
                <a:latin typeface="Arial Black" panose="020B0A04020102020204" pitchFamily="34" charset="0"/>
              </a:rPr>
              <a:t>Text-to-Image Generators in the Development of the Usability Interface</a:t>
            </a:r>
            <a:endParaRPr lang="en-IN" sz="2400" dirty="0">
              <a:effectLst/>
            </a:endParaRPr>
          </a:p>
        </p:txBody>
      </p:sp>
      <p:sp>
        <p:nvSpPr>
          <p:cNvPr id="5" name="TextBox 4"/>
          <p:cNvSpPr txBox="1"/>
          <p:nvPr/>
        </p:nvSpPr>
        <p:spPr>
          <a:xfrm>
            <a:off x="2536984" y="4404705"/>
            <a:ext cx="7566239" cy="2000548"/>
          </a:xfrm>
          <a:prstGeom prst="rect">
            <a:avLst/>
          </a:prstGeom>
          <a:noFill/>
        </p:spPr>
        <p:txBody>
          <a:bodyPr wrap="square" rtlCol="0">
            <a:spAutoFit/>
          </a:bodyPr>
          <a:lstStyle/>
          <a:p>
            <a:r>
              <a:rPr lang="en-GB" sz="2000" b="1" dirty="0"/>
              <a:t>			</a:t>
            </a:r>
            <a:r>
              <a:rPr lang="en-GB" sz="2400" b="1" dirty="0">
                <a:solidFill>
                  <a:srgbClr val="660033"/>
                </a:solidFill>
              </a:rPr>
              <a:t>BATCH NO: 11</a:t>
            </a:r>
          </a:p>
          <a:p>
            <a:endParaRPr lang="en-GB" sz="2000" b="1" dirty="0"/>
          </a:p>
          <a:p>
            <a:pPr algn="just"/>
            <a:r>
              <a:rPr lang="en-US" sz="2000" b="1" dirty="0"/>
              <a:t>22AK1A3057  		            NARAYANA VARA PRASAD REDDY Y</a:t>
            </a:r>
          </a:p>
          <a:p>
            <a:pPr algn="just"/>
            <a:r>
              <a:rPr lang="en-US" sz="2000" b="1" dirty="0"/>
              <a:t>22AK1A3065		            PRABHAS V</a:t>
            </a:r>
          </a:p>
          <a:p>
            <a:r>
              <a:rPr lang="en-US" sz="2000" b="1" dirty="0"/>
              <a:t>22AK1A3074			      SALEEM BASHA SHAIK</a:t>
            </a:r>
          </a:p>
          <a:p>
            <a:r>
              <a:rPr lang="en-US" sz="2000" b="1" dirty="0"/>
              <a:t>22AK1A3092                      VENKATA ASHISH RAJ K</a:t>
            </a:r>
            <a:endParaRPr lang="en-IN" sz="2000" b="1" dirty="0"/>
          </a:p>
        </p:txBody>
      </p:sp>
      <p:sp>
        <p:nvSpPr>
          <p:cNvPr id="6" name="TextBox 5"/>
          <p:cNvSpPr txBox="1"/>
          <p:nvPr/>
        </p:nvSpPr>
        <p:spPr>
          <a:xfrm>
            <a:off x="406400" y="3011214"/>
            <a:ext cx="4994927" cy="1631216"/>
          </a:xfrm>
          <a:prstGeom prst="rect">
            <a:avLst/>
          </a:prstGeom>
          <a:noFill/>
        </p:spPr>
        <p:txBody>
          <a:bodyPr wrap="square" rtlCol="0">
            <a:spAutoFit/>
          </a:bodyPr>
          <a:lstStyle/>
          <a:p>
            <a:r>
              <a:rPr lang="en-GB" sz="2000" b="1" dirty="0">
                <a:solidFill>
                  <a:srgbClr val="FF0000"/>
                </a:solidFill>
              </a:rPr>
              <a:t>Under the Guidance of</a:t>
            </a:r>
          </a:p>
          <a:p>
            <a:r>
              <a:rPr lang="en-GB" sz="2000" b="1" dirty="0">
                <a:solidFill>
                  <a:srgbClr val="0033CC"/>
                </a:solidFill>
              </a:rPr>
              <a:t>Ms .K .</a:t>
            </a:r>
            <a:r>
              <a:rPr lang="en-GB" sz="2000" b="1" dirty="0" err="1">
                <a:solidFill>
                  <a:srgbClr val="0033CC"/>
                </a:solidFill>
              </a:rPr>
              <a:t>Gangothri</a:t>
            </a:r>
            <a:r>
              <a:rPr lang="en-GB" sz="2000" b="1" dirty="0">
                <a:solidFill>
                  <a:srgbClr val="0033CC"/>
                </a:solidFill>
              </a:rPr>
              <a:t> , MCA</a:t>
            </a:r>
          </a:p>
          <a:p>
            <a:r>
              <a:rPr lang="en-GB" sz="2000" b="1" dirty="0"/>
              <a:t>Associate Professor</a:t>
            </a:r>
          </a:p>
          <a:p>
            <a:r>
              <a:rPr lang="en-GB" sz="2000" b="1" dirty="0"/>
              <a:t>Department of AI&amp;DS</a:t>
            </a:r>
          </a:p>
          <a:p>
            <a:r>
              <a:rPr lang="en-GB" sz="2000" b="1" dirty="0"/>
              <a:t>AITS, Tirupati</a:t>
            </a:r>
            <a:endParaRPr lang="en-IN" sz="2000" b="1" dirty="0"/>
          </a:p>
        </p:txBody>
      </p:sp>
      <p:sp>
        <p:nvSpPr>
          <p:cNvPr id="7" name="TextBox 6"/>
          <p:cNvSpPr txBox="1"/>
          <p:nvPr/>
        </p:nvSpPr>
        <p:spPr>
          <a:xfrm>
            <a:off x="6485876" y="3011214"/>
            <a:ext cx="5299724" cy="1631216"/>
          </a:xfrm>
          <a:prstGeom prst="rect">
            <a:avLst/>
          </a:prstGeom>
          <a:noFill/>
        </p:spPr>
        <p:txBody>
          <a:bodyPr wrap="square" rtlCol="0">
            <a:spAutoFit/>
          </a:bodyPr>
          <a:lstStyle/>
          <a:p>
            <a:r>
              <a:rPr lang="en-GB" sz="2000" b="1" dirty="0">
                <a:solidFill>
                  <a:srgbClr val="FF0000"/>
                </a:solidFill>
              </a:rPr>
              <a:t>Head of the Department</a:t>
            </a:r>
          </a:p>
          <a:p>
            <a:r>
              <a:rPr lang="en-GB" sz="2000" b="1" dirty="0">
                <a:solidFill>
                  <a:srgbClr val="0033CC"/>
                </a:solidFill>
              </a:rPr>
              <a:t>Ms. B. Rupa Devi Singh, </a:t>
            </a:r>
            <a:r>
              <a:rPr lang="en-GB" sz="2000" b="1" dirty="0" err="1">
                <a:solidFill>
                  <a:srgbClr val="0033CC"/>
                </a:solidFill>
              </a:rPr>
              <a:t>M.Tech</a:t>
            </a:r>
            <a:r>
              <a:rPr lang="en-GB" sz="2000" b="1" dirty="0">
                <a:solidFill>
                  <a:srgbClr val="0033CC"/>
                </a:solidFill>
              </a:rPr>
              <a:t>., (</a:t>
            </a:r>
            <a:r>
              <a:rPr lang="en-GB" sz="2000" b="1" dirty="0" err="1">
                <a:solidFill>
                  <a:srgbClr val="0033CC"/>
                </a:solidFill>
              </a:rPr>
              <a:t>Ph.D</a:t>
            </a:r>
            <a:r>
              <a:rPr lang="en-GB" sz="2000" b="1" dirty="0">
                <a:solidFill>
                  <a:srgbClr val="0033CC"/>
                </a:solidFill>
              </a:rPr>
              <a:t>) </a:t>
            </a:r>
            <a:r>
              <a:rPr lang="en-GB" sz="2000" b="1" dirty="0"/>
              <a:t>Associate Professor</a:t>
            </a:r>
          </a:p>
          <a:p>
            <a:r>
              <a:rPr lang="en-GB" sz="2000" b="1" dirty="0"/>
              <a:t>Department of AI&amp;DS</a:t>
            </a:r>
          </a:p>
          <a:p>
            <a:r>
              <a:rPr lang="en-GB" sz="2000" b="1" dirty="0"/>
              <a:t>AITS, Tirupati</a:t>
            </a:r>
            <a:endParaRPr lang="en-IN" sz="2000" b="1" dirty="0"/>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9F207-0BC6-B26C-8673-B6B1316B5F3C}"/>
              </a:ext>
            </a:extLst>
          </p:cNvPr>
          <p:cNvSpPr>
            <a:spLocks noGrp="1"/>
          </p:cNvSpPr>
          <p:nvPr>
            <p:ph type="title"/>
          </p:nvPr>
        </p:nvSpPr>
        <p:spPr>
          <a:xfrm>
            <a:off x="1010816" y="1567542"/>
            <a:ext cx="10580549" cy="4707752"/>
          </a:xfrm>
        </p:spPr>
        <p:txBody>
          <a:bodyPr/>
          <a:lstStyle/>
          <a:p>
            <a:pPr marL="0" indent="0" algn="just">
              <a:lnSpc>
                <a:spcPct val="140000"/>
              </a:lnSpc>
              <a:buNone/>
            </a:pPr>
            <a:r>
              <a:rPr lang="en-US" sz="2200" b="0" dirty="0">
                <a:effectLst/>
                <a:latin typeface="Times New Roman" panose="02020603050405020304" pitchFamily="18" charset="0"/>
                <a:ea typeface="Times New Roman" panose="02020603050405020304" pitchFamily="18" charset="0"/>
                <a:cs typeface="Times New Roman" panose="02020603050405020304" pitchFamily="18" charset="0"/>
              </a:rPr>
              <a:t>This study presents the implementation of a text-to-image generation system that converts natural language descriptions into corresponding visual outputs using deep learning–based generative models. The study focuses on understanding how textual prompts are processed and mapped to image features for meaningful image synthesis. Modern generative techniques are employed to learn semantic relationships between text and images and to produce diverse visual results. A minimal interface is used only to demonstrate the     generation process and visualize outputs. The proposed system aims to make text-to-image generation easier to understand for academic learning and experimentation. The approach highlights the capabilities and limitations of generative models in practical applications.</a:t>
            </a:r>
            <a:br>
              <a:rPr lang="en-US" sz="2200" b="0" dirty="0">
                <a:effectLst/>
                <a:latin typeface="Times New Roman" panose="02020603050405020304" pitchFamily="18" charset="0"/>
                <a:ea typeface="Times New Roman" panose="02020603050405020304" pitchFamily="18" charset="0"/>
                <a:cs typeface="Times New Roman" panose="02020603050405020304" pitchFamily="18" charset="0"/>
              </a:rPr>
            </a:br>
            <a:br>
              <a:rPr lang="en-IN" sz="2200" b="0" dirty="0">
                <a:effectLst/>
                <a:latin typeface="Times New Roman" panose="02020603050405020304" pitchFamily="18" charset="0"/>
                <a:ea typeface="Times New Roman" panose="02020603050405020304" pitchFamily="18" charset="0"/>
                <a:cs typeface="Times New Roman" panose="02020603050405020304" pitchFamily="18" charset="0"/>
              </a:rPr>
            </a:br>
            <a:endParaRPr lang="en-IN" sz="2200" b="0" dirty="0">
              <a:effectLs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AB3E299-E0A1-C261-86BA-ED5D55BE2582}"/>
              </a:ext>
            </a:extLst>
          </p:cNvPr>
          <p:cNvSpPr>
            <a:spLocks noGrp="1"/>
          </p:cNvSpPr>
          <p:nvPr>
            <p:ph sz="quarter" idx="13"/>
          </p:nvPr>
        </p:nvSpPr>
        <p:spPr>
          <a:xfrm>
            <a:off x="1965100" y="411645"/>
            <a:ext cx="8534400" cy="783771"/>
          </a:xfrm>
        </p:spPr>
        <p:txBody>
          <a:bodyPr>
            <a:normAutofit/>
          </a:bodyPr>
          <a:lstStyle/>
          <a:p>
            <a:pPr marL="45720" indent="0" algn="just">
              <a:buNone/>
            </a:pPr>
            <a:r>
              <a:rPr lang="en-IN" sz="3200" b="1" dirty="0">
                <a:solidFill>
                  <a:srgbClr val="6666FF"/>
                </a:solidFill>
                <a:effectLst>
                  <a:reflection blurRad="6350" stA="55000" endA="300" endPos="45500" dir="5400000" sy="-100000" algn="bl" rotWithShape="0"/>
                </a:effectLst>
                <a:latin typeface="Times New Roman" panose="02020603050405020304" pitchFamily="18" charset="0"/>
                <a:cs typeface="Times New Roman" panose="02020603050405020304" pitchFamily="18" charset="0"/>
              </a:rPr>
              <a:t>                          ABSTRACT</a:t>
            </a:r>
          </a:p>
        </p:txBody>
      </p:sp>
    </p:spTree>
    <p:extLst>
      <p:ext uri="{BB962C8B-B14F-4D97-AF65-F5344CB8AC3E}">
        <p14:creationId xmlns:p14="http://schemas.microsoft.com/office/powerpoint/2010/main" val="660518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6749" y="595994"/>
            <a:ext cx="9404723" cy="695778"/>
          </a:xfrm>
        </p:spPr>
        <p:txBody>
          <a:bodyPr>
            <a:normAutofit/>
          </a:bodyPr>
          <a:lstStyle/>
          <a:p>
            <a:pPr marL="0" indent="0" algn="ctr">
              <a:buNone/>
            </a:pPr>
            <a:r>
              <a:rPr lang="en-IN" sz="3200" dirty="0">
                <a:solidFill>
                  <a:srgbClr val="6666FF"/>
                </a:solidFill>
              </a:rPr>
              <a:t>Title Relevance and Justification</a:t>
            </a:r>
            <a:endParaRPr lang="en-IN" sz="3200" b="1" dirty="0">
              <a:solidFill>
                <a:srgbClr val="6666FF"/>
              </a:solidFill>
            </a:endParaRPr>
          </a:p>
        </p:txBody>
      </p:sp>
      <p:sp>
        <p:nvSpPr>
          <p:cNvPr id="3" name="Content Placeholder 2"/>
          <p:cNvSpPr>
            <a:spLocks noGrp="1"/>
          </p:cNvSpPr>
          <p:nvPr>
            <p:ph sz="quarter" idx="13"/>
          </p:nvPr>
        </p:nvSpPr>
        <p:spPr>
          <a:xfrm>
            <a:off x="1040566" y="1587639"/>
            <a:ext cx="10232571" cy="4131843"/>
          </a:xfrm>
          <a:prstGeom prst="rect">
            <a:avLst/>
          </a:prstGeom>
        </p:spPr>
        <p:txBody>
          <a:bodyPr anchor="ctr">
            <a:normAutofit/>
          </a:bodyPr>
          <a:lstStyle/>
          <a:p>
            <a:pPr marL="45720" indent="0" algn="just">
              <a:lnSpc>
                <a:spcPct val="300000"/>
              </a:lnSpc>
              <a:buClr>
                <a:schemeClr val="tx1"/>
              </a:buClr>
              <a:buNone/>
            </a:pPr>
            <a:endParaRPr lang="en-US" dirty="0">
              <a:latin typeface="Times New Roman" panose="02020603050405020304" pitchFamily="18" charset="0"/>
              <a:cs typeface="Times New Roman" panose="02020603050405020304" pitchFamily="18" charset="0"/>
            </a:endParaRPr>
          </a:p>
          <a:p>
            <a:pPr algn="just">
              <a:buClr>
                <a:schemeClr val="tx1"/>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The title clearly explains that the project is about generating images from text.</a:t>
            </a:r>
          </a:p>
          <a:p>
            <a:pPr algn="just">
              <a:buClr>
                <a:schemeClr val="tx1"/>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It shows that the system is used for improving usability interfaces.</a:t>
            </a:r>
          </a:p>
          <a:p>
            <a:pPr algn="just">
              <a:buClr>
                <a:schemeClr val="tx1"/>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The title reflects the use of modern Artificial Intelligence technology. It tells what the          project does in a simple and meaningful way.</a:t>
            </a:r>
          </a:p>
          <a:p>
            <a:pPr algn="just">
              <a:buClr>
                <a:schemeClr val="tx1"/>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It tells what the project does in a simple and meaningful way.</a:t>
            </a:r>
          </a:p>
          <a:p>
            <a:pPr algn="just">
              <a:buClr>
                <a:schemeClr val="tx1"/>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matches the goal of creating images automatically using text input.</a:t>
            </a:r>
          </a:p>
          <a:p>
            <a:pPr algn="just">
              <a:buClr>
                <a:schemeClr val="tx1"/>
              </a:buCl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45720" indent="0" algn="just">
              <a:spcAft>
                <a:spcPts val="1000"/>
              </a:spcAft>
              <a:buNone/>
            </a:pPr>
            <a:endParaRPr lang="en-IN"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7EB3AA3-DB19-40F1-998F-F254F5936184}"/>
              </a:ext>
            </a:extLst>
          </p:cNvPr>
          <p:cNvSpPr txBox="1"/>
          <p:nvPr/>
        </p:nvSpPr>
        <p:spPr>
          <a:xfrm>
            <a:off x="737119" y="729295"/>
            <a:ext cx="9918440" cy="584775"/>
          </a:xfrm>
          <a:prstGeom prst="rect">
            <a:avLst/>
          </a:prstGeom>
          <a:noFill/>
        </p:spPr>
        <p:txBody>
          <a:bodyPr wrap="square" rtlCol="0">
            <a:spAutoFit/>
          </a:bodyPr>
          <a:lstStyle/>
          <a:p>
            <a:pPr algn="ctr"/>
            <a:r>
              <a:rPr lang="en-US" sz="3200" b="1" dirty="0">
                <a:solidFill>
                  <a:srgbClr val="6666FF"/>
                </a:solidFill>
                <a:effectLst>
                  <a:reflection blurRad="6350" stA="55000" endA="300" endPos="45500" dir="5400000" sy="-100000" algn="bl" rotWithShape="0"/>
                </a:effectLst>
                <a:latin typeface="Times New Roman" panose="02020603050405020304" pitchFamily="18" charset="0"/>
                <a:cs typeface="Times New Roman" panose="02020603050405020304" pitchFamily="18" charset="0"/>
              </a:rPr>
              <a:t>Problem Statement and Research Motivation</a:t>
            </a:r>
            <a:endParaRPr lang="en-US" b="1" dirty="0">
              <a:solidFill>
                <a:srgbClr val="6666FF"/>
              </a:solidFill>
              <a:effectLst>
                <a:reflection blurRad="6350" stA="55000" endA="300" endPos="45500" dir="5400000" sy="-100000" algn="bl" rotWithShape="0"/>
              </a:effectLst>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BBFE83E7-6E0B-4FBC-AA71-DF48959B5C19}"/>
              </a:ext>
            </a:extLst>
          </p:cNvPr>
          <p:cNvSpPr txBox="1"/>
          <p:nvPr/>
        </p:nvSpPr>
        <p:spPr>
          <a:xfrm>
            <a:off x="280284" y="1314070"/>
            <a:ext cx="11485984" cy="5678478"/>
          </a:xfrm>
          <a:prstGeom prst="rect">
            <a:avLst/>
          </a:prstGeom>
          <a:noFill/>
        </p:spPr>
        <p:txBody>
          <a:bodyPr wrap="square" rtlCol="0">
            <a:spAutoFit/>
          </a:bodyPr>
          <a:lstStyle/>
          <a:p>
            <a:pPr>
              <a:lnSpc>
                <a:spcPct val="150000"/>
              </a:lnSpc>
            </a:pPr>
            <a:r>
              <a:rPr lang="en-US" sz="2200" b="1" dirty="0">
                <a:latin typeface="Times New Roman" panose="02020603050405020304" pitchFamily="18" charset="0"/>
                <a:cs typeface="Times New Roman" panose="02020603050405020304" pitchFamily="18" charset="0"/>
              </a:rPr>
              <a:t>Problem Statement:</a:t>
            </a:r>
          </a:p>
          <a:p>
            <a:pPr>
              <a:lnSpc>
                <a:spcPct val="150000"/>
              </a:lnSpc>
            </a:pPr>
            <a:r>
              <a:rPr lang="en-US" sz="2200" dirty="0">
                <a:latin typeface="Times New Roman" panose="02020603050405020304" pitchFamily="18" charset="0"/>
                <a:cs typeface="Times New Roman" panose="02020603050405020304" pitchFamily="18" charset="0"/>
              </a:rPr>
              <a:t>Creating images manually takes a lot of time and requires design skills. As the need for images increases, it becomes difficult to create them quickly and consistently. Existing image generation methods often need large datasets and expert knowledge, which are not easily available. Therefore, there is a need for a system that can generate images automatically from text descriptions in a simple and efficient way.</a:t>
            </a:r>
          </a:p>
          <a:p>
            <a:pPr>
              <a:lnSpc>
                <a:spcPct val="150000"/>
              </a:lnSpc>
            </a:pPr>
            <a:r>
              <a:rPr lang="en-US" sz="2200" b="1" dirty="0">
                <a:latin typeface="Times New Roman" panose="02020603050405020304" pitchFamily="18" charset="0"/>
                <a:cs typeface="Times New Roman" panose="02020603050405020304" pitchFamily="18" charset="0"/>
              </a:rPr>
              <a:t>Motivation:</a:t>
            </a:r>
          </a:p>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There is a growing need for images in websites and applications</a:t>
            </a:r>
          </a:p>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Manual image design is time-consuming and costly</a:t>
            </a:r>
          </a:p>
          <a:p>
            <a:pPr marL="342900" indent="-34290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Not everyone has design skills</a:t>
            </a:r>
          </a:p>
          <a:p>
            <a:pPr marL="342900" indent="-34290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Text-to-image technology makes image creation easy</a:t>
            </a:r>
          </a:p>
          <a:p>
            <a:pPr marL="342900" indent="-34290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This motivated us to develop an automatic image generation system</a:t>
            </a:r>
          </a:p>
        </p:txBody>
      </p:sp>
    </p:spTree>
    <p:extLst>
      <p:ext uri="{BB962C8B-B14F-4D97-AF65-F5344CB8AC3E}">
        <p14:creationId xmlns:p14="http://schemas.microsoft.com/office/powerpoint/2010/main" val="168841855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5521" y="614384"/>
            <a:ext cx="9286993" cy="778988"/>
          </a:xfrm>
        </p:spPr>
        <p:txBody>
          <a:bodyPr>
            <a:normAutofit/>
          </a:bodyPr>
          <a:lstStyle/>
          <a:p>
            <a:pPr marL="0" indent="0" algn="ctr">
              <a:buNone/>
            </a:pPr>
            <a:r>
              <a:rPr lang="en-IN" sz="3200" dirty="0">
                <a:solidFill>
                  <a:srgbClr val="6666FF"/>
                </a:solidFill>
                <a:latin typeface="Times New Roman" panose="02020603050405020304" pitchFamily="18" charset="0"/>
                <a:cs typeface="Times New Roman" panose="02020603050405020304" pitchFamily="18" charset="0"/>
              </a:rPr>
              <a:t>Abstract Structure and Clarity</a:t>
            </a:r>
            <a:endParaRPr lang="en-IN" sz="3200" b="1" dirty="0">
              <a:solidFill>
                <a:srgbClr val="6666FF"/>
              </a:solidFill>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C54DAE2A-F697-3B8F-6E30-2D10B6D6FDDC}"/>
              </a:ext>
            </a:extLst>
          </p:cNvPr>
          <p:cNvSpPr>
            <a:spLocks noGrp="1" noChangeArrowheads="1"/>
          </p:cNvSpPr>
          <p:nvPr>
            <p:ph sz="quarter" idx="13"/>
          </p:nvPr>
        </p:nvSpPr>
        <p:spPr bwMode="auto">
          <a:xfrm>
            <a:off x="992188" y="2570602"/>
            <a:ext cx="10297755" cy="2062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lvl="0" indent="0" eaLnBrk="0" fontAlgn="base" hangingPunct="0">
              <a:lnSpc>
                <a:spcPct val="150000"/>
              </a:lnSpc>
              <a:spcBef>
                <a:spcPct val="0"/>
              </a:spcBef>
              <a:spcAft>
                <a:spcPct val="0"/>
              </a:spcAft>
              <a:buClrTx/>
              <a:buSzTx/>
              <a:buFontTx/>
              <a:buChar char="•"/>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Background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Explains the importance of generating images for modern user interfaces.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50000"/>
              </a:lnSpc>
              <a:spcBef>
                <a:spcPct val="0"/>
              </a:spcBef>
              <a:spcAft>
                <a:spcPct val="0"/>
              </a:spcAft>
              <a:buClrTx/>
              <a:buSzTx/>
              <a:buFontTx/>
              <a:buChar char="•"/>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Objective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Describes the goal of converting text into images.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50000"/>
              </a:lnSpc>
              <a:spcBef>
                <a:spcPct val="0"/>
              </a:spcBef>
              <a:spcAft>
                <a:spcPct val="0"/>
              </a:spcAft>
              <a:buClrTx/>
              <a:buSzTx/>
              <a:buFontTx/>
              <a:buChar char="•"/>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Methodology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Tells how text prompts are used with AI models to create images</a:t>
            </a:r>
            <a:r>
              <a:rPr lang="en-US" dirty="0"/>
              <a:t>.</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50000"/>
              </a:lnSpc>
              <a:spcBef>
                <a:spcPct val="0"/>
              </a:spcBef>
              <a:spcAft>
                <a:spcPct val="0"/>
              </a:spcAft>
              <a:buClrTx/>
              <a:buSzTx/>
              <a:buFontTx/>
              <a:buChar char="•"/>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Results           : </a:t>
            </a:r>
            <a:r>
              <a:rPr lang="en-US" dirty="0">
                <a:latin typeface="Times New Roman" panose="02020603050405020304" pitchFamily="18" charset="0"/>
                <a:cs typeface="Times New Roman" panose="02020603050405020304" pitchFamily="18" charset="0"/>
              </a:rPr>
              <a:t>Shows how well the system generates useful and quality images.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5521" y="614384"/>
            <a:ext cx="9286993" cy="778988"/>
          </a:xfrm>
        </p:spPr>
        <p:txBody>
          <a:bodyPr>
            <a:normAutofit/>
          </a:bodyPr>
          <a:lstStyle/>
          <a:p>
            <a:pPr marL="0" indent="0" algn="ctr">
              <a:buNone/>
            </a:pPr>
            <a:r>
              <a:rPr lang="en-IN" sz="3200" dirty="0">
                <a:solidFill>
                  <a:srgbClr val="6666FF"/>
                </a:solidFill>
                <a:latin typeface="Times New Roman" panose="02020603050405020304" pitchFamily="18" charset="0"/>
                <a:cs typeface="Times New Roman" panose="02020603050405020304" pitchFamily="18" charset="0"/>
              </a:rPr>
              <a:t>Methodology Overview</a:t>
            </a:r>
            <a:endParaRPr lang="en-IN" sz="3200" b="1" dirty="0">
              <a:solidFill>
                <a:srgbClr val="6666FF"/>
              </a:solidFill>
              <a:latin typeface="Times New Roman" panose="02020603050405020304" pitchFamily="18" charset="0"/>
              <a:cs typeface="Times New Roman" panose="02020603050405020304" pitchFamily="18" charset="0"/>
            </a:endParaRPr>
          </a:p>
        </p:txBody>
      </p:sp>
      <p:sp>
        <p:nvSpPr>
          <p:cNvPr id="12" name="Rectangle 8">
            <a:extLst>
              <a:ext uri="{FF2B5EF4-FFF2-40B4-BE49-F238E27FC236}">
                <a16:creationId xmlns:a16="http://schemas.microsoft.com/office/drawing/2014/main" id="{26E91B67-9DE3-B14D-743F-D50CAC8626DB}"/>
              </a:ext>
            </a:extLst>
          </p:cNvPr>
          <p:cNvSpPr>
            <a:spLocks noGrp="1" noChangeArrowheads="1"/>
          </p:cNvSpPr>
          <p:nvPr>
            <p:ph sz="quarter" idx="13"/>
          </p:nvPr>
        </p:nvSpPr>
        <p:spPr bwMode="auto">
          <a:xfrm>
            <a:off x="1809749" y="1626753"/>
            <a:ext cx="921684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algn="just" eaLnBrk="0" fontAlgn="base" hangingPunct="0">
              <a:lnSpc>
                <a:spcPct val="150000"/>
              </a:lnSpc>
              <a:spcBef>
                <a:spcPct val="0"/>
              </a:spcBef>
              <a:spcAft>
                <a:spcPct val="0"/>
              </a:spcAft>
              <a:buClrTx/>
              <a:buSzTx/>
              <a:buFontTx/>
              <a:buChar char="•"/>
            </a:pPr>
            <a:r>
              <a:rPr lang="en-US" altLang="en-US" dirty="0">
                <a:solidFill>
                  <a:schemeClr val="tx1"/>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user gives a text description of the required image.</a:t>
            </a:r>
            <a:endParaRPr lang="en-US" dirty="0">
              <a:solidFill>
                <a:schemeClr val="tx1"/>
              </a:solidFill>
              <a:latin typeface="Times New Roman" panose="02020603050405020304" pitchFamily="18" charset="0"/>
              <a:cs typeface="Times New Roman" panose="02020603050405020304" pitchFamily="18" charset="0"/>
            </a:endParaRPr>
          </a:p>
          <a:p>
            <a:pPr marL="0" lvl="0" indent="0" algn="just" eaLnBrk="0" fontAlgn="base" hangingPunct="0">
              <a:lnSpc>
                <a:spcPct val="150000"/>
              </a:lnSpc>
              <a:spcBef>
                <a:spcPct val="0"/>
              </a:spcBef>
              <a:spcAft>
                <a:spcPct val="0"/>
              </a:spcAft>
              <a:buClrTx/>
              <a:buSzTx/>
              <a:buFontTx/>
              <a:buChar char="•"/>
            </a:pPr>
            <a:r>
              <a:rPr lang="en-US" altLang="en-US" dirty="0">
                <a:solidFill>
                  <a:schemeClr val="tx1"/>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system uses a text-to-image model (Stable Diffusion) to process the input.</a:t>
            </a:r>
          </a:p>
          <a:p>
            <a:pPr marL="0" lvl="0" indent="0" algn="just" eaLnBrk="0" fontAlgn="base" hangingPunct="0">
              <a:lnSpc>
                <a:spcPct val="150000"/>
              </a:lnSpc>
              <a:spcBef>
                <a:spcPct val="0"/>
              </a:spcBef>
              <a:spcAft>
                <a:spcPct val="0"/>
              </a:spcAft>
              <a:buClrTx/>
              <a:buSzTx/>
              <a:buFontTx/>
              <a:buChar char="•"/>
            </a:pPr>
            <a:r>
              <a:rPr lang="en-US" altLang="en-US" dirty="0">
                <a:solidFill>
                  <a:schemeClr val="tx1"/>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model generates an image based on the given text.</a:t>
            </a:r>
          </a:p>
          <a:p>
            <a:pPr marL="0" lvl="0" indent="0" algn="just" eaLnBrk="0" fontAlgn="base" hangingPunct="0">
              <a:lnSpc>
                <a:spcPct val="150000"/>
              </a:lnSpc>
              <a:spcBef>
                <a:spcPct val="0"/>
              </a:spcBef>
              <a:spcAft>
                <a:spcPct val="0"/>
              </a:spcAft>
              <a:buClrTx/>
              <a:buSzTx/>
              <a:buFontTx/>
              <a:buChar char="•"/>
            </a:pPr>
            <a:r>
              <a:rPr lang="en-US" altLang="en-US" dirty="0">
                <a:solidFill>
                  <a:schemeClr val="tx1"/>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generated image is displayed on the web interface.</a:t>
            </a:r>
          </a:p>
          <a:p>
            <a:pPr marL="0" lvl="0" indent="0" algn="just" eaLnBrk="0" fontAlgn="base" hangingPunct="0">
              <a:lnSpc>
                <a:spcPct val="150000"/>
              </a:lnSpc>
              <a:spcBef>
                <a:spcPct val="0"/>
              </a:spcBef>
              <a:spcAft>
                <a:spcPct val="0"/>
              </a:spcAft>
              <a:buClrTx/>
              <a:buSzTx/>
              <a:buFontTx/>
              <a:buChar char="•"/>
            </a:pPr>
            <a:r>
              <a:rPr lang="en-US" altLang="en-US" dirty="0">
                <a:solidFill>
                  <a:schemeClr val="tx1"/>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output is checked for quality and usefulness.</a:t>
            </a:r>
            <a:endParaRPr lang="en-US" altLang="en-US"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40650853"/>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5521" y="614384"/>
            <a:ext cx="9286993" cy="778988"/>
          </a:xfrm>
        </p:spPr>
        <p:txBody>
          <a:bodyPr>
            <a:normAutofit/>
          </a:bodyPr>
          <a:lstStyle/>
          <a:p>
            <a:pPr marL="0" indent="0" algn="ctr">
              <a:buNone/>
            </a:pPr>
            <a:r>
              <a:rPr lang="en-IN" sz="3200" dirty="0">
                <a:solidFill>
                  <a:srgbClr val="6666FF"/>
                </a:solidFill>
                <a:latin typeface="Times New Roman" panose="02020603050405020304" pitchFamily="18" charset="0"/>
                <a:cs typeface="Times New Roman" panose="02020603050405020304" pitchFamily="18" charset="0"/>
              </a:rPr>
              <a:t>Originality and Novel Contribution</a:t>
            </a:r>
            <a:endParaRPr lang="en-IN" sz="3200" b="1" dirty="0">
              <a:solidFill>
                <a:srgbClr val="6666FF"/>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A7612C4C-760D-0DB9-6776-9D7C3E11A87C}"/>
              </a:ext>
            </a:extLst>
          </p:cNvPr>
          <p:cNvSpPr>
            <a:spLocks noGrp="1" noChangeArrowheads="1"/>
          </p:cNvSpPr>
          <p:nvPr>
            <p:ph sz="quarter" idx="13"/>
          </p:nvPr>
        </p:nvSpPr>
        <p:spPr bwMode="auto">
          <a:xfrm>
            <a:off x="1522319" y="2314679"/>
            <a:ext cx="9287864" cy="25707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lvl="0" indent="0" eaLnBrk="0" fontAlgn="base" hangingPunct="0">
              <a:lnSpc>
                <a:spcPct val="150000"/>
              </a:lnSpc>
              <a:spcBef>
                <a:spcPct val="0"/>
              </a:spcBef>
              <a:spcAft>
                <a:spcPct val="0"/>
              </a:spcAft>
              <a:buClrTx/>
              <a:buSzTx/>
              <a:buFontTx/>
              <a:buChar char="•"/>
            </a:pPr>
            <a:r>
              <a:rPr lang="en-US" dirty="0"/>
              <a:t> </a:t>
            </a:r>
            <a:r>
              <a:rPr lang="en-US" dirty="0">
                <a:latin typeface="Times New Roman" panose="02020603050405020304" pitchFamily="18" charset="0"/>
                <a:cs typeface="Times New Roman" panose="02020603050405020304" pitchFamily="18" charset="0"/>
              </a:rPr>
              <a:t>This project uses text-to-image generation to create UI images automatically.</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50000"/>
              </a:lnSpc>
              <a:spcBef>
                <a:spcPct val="0"/>
              </a:spcBef>
              <a:spcAft>
                <a:spcPct val="0"/>
              </a:spcAft>
              <a:buClrTx/>
              <a:buSzTx/>
              <a:buFontTx/>
              <a:buChar char="•"/>
            </a:pPr>
            <a:r>
              <a:rPr lang="en-US" dirty="0">
                <a:latin typeface="Times New Roman" panose="02020603050405020304" pitchFamily="18" charset="0"/>
                <a:cs typeface="Times New Roman" panose="02020603050405020304" pitchFamily="18" charset="0"/>
              </a:rPr>
              <a:t> It applies Stable Diffusion for generating images based on user text input.</a:t>
            </a:r>
            <a:endParaRPr lang="en-US"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50000"/>
              </a:lnSpc>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It reduces the need for manual image design in usability interfaces.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50000"/>
              </a:lnSpc>
              <a:spcBef>
                <a:spcPct val="0"/>
              </a:spcBef>
              <a:spcAft>
                <a:spcPct val="0"/>
              </a:spcAft>
              <a:buClrTx/>
              <a:buSzTx/>
              <a:buFontTx/>
              <a:buChar char="•"/>
            </a:pPr>
            <a:r>
              <a:rPr lang="en-US" altLang="en-US" dirty="0">
                <a:solidFill>
                  <a:schemeClr val="tx1"/>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It allows users to generate different styles of images using simple text prompts.</a:t>
            </a:r>
          </a:p>
          <a:p>
            <a:pPr marL="0" lvl="0" indent="0" eaLnBrk="0" fontAlgn="base" hangingPunct="0">
              <a:lnSpc>
                <a:spcPct val="150000"/>
              </a:lnSpc>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system shows a practical use of AI in web and UI development.</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3663539"/>
      </p:ext>
    </p:ext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5521" y="614384"/>
            <a:ext cx="9286993" cy="778988"/>
          </a:xfrm>
        </p:spPr>
        <p:txBody>
          <a:bodyPr>
            <a:normAutofit/>
          </a:bodyPr>
          <a:lstStyle/>
          <a:p>
            <a:pPr marL="0" indent="0" algn="ctr">
              <a:buNone/>
            </a:pPr>
            <a:r>
              <a:rPr lang="en-IN" sz="3200" dirty="0">
                <a:solidFill>
                  <a:srgbClr val="6666FF"/>
                </a:solidFill>
                <a:latin typeface="Times New Roman" panose="02020603050405020304" pitchFamily="18" charset="0"/>
                <a:cs typeface="Times New Roman" panose="02020603050405020304" pitchFamily="18" charset="0"/>
              </a:rPr>
              <a:t>Results, Outcomes, and Implications</a:t>
            </a:r>
            <a:endParaRPr lang="en-IN" sz="3200" b="1" dirty="0">
              <a:solidFill>
                <a:srgbClr val="6666FF"/>
              </a:solidFill>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4437F428-613D-BDBE-4052-0319CD1A133C}"/>
              </a:ext>
            </a:extLst>
          </p:cNvPr>
          <p:cNvSpPr txBox="1"/>
          <p:nvPr/>
        </p:nvSpPr>
        <p:spPr>
          <a:xfrm>
            <a:off x="1054359" y="1875453"/>
            <a:ext cx="9993086" cy="2031325"/>
          </a:xfrm>
          <a:prstGeom prst="rect">
            <a:avLst/>
          </a:prstGeom>
          <a:noFill/>
        </p:spPr>
        <p:txBody>
          <a:bodyPr wrap="square" rtlCol="0">
            <a:spAutoFit/>
          </a:bodyPr>
          <a:lstStyle/>
          <a:p>
            <a:endParaRPr lang="en-IN" dirty="0"/>
          </a:p>
          <a:p>
            <a:endParaRPr lang="en-IN" dirty="0"/>
          </a:p>
          <a:p>
            <a:endParaRPr lang="en-IN" dirty="0"/>
          </a:p>
          <a:p>
            <a:endParaRPr lang="en-IN" dirty="0"/>
          </a:p>
          <a:p>
            <a:endParaRPr lang="en-IN" dirty="0"/>
          </a:p>
          <a:p>
            <a:endParaRPr lang="en-IN" dirty="0"/>
          </a:p>
          <a:p>
            <a:endParaRPr lang="en-IN" dirty="0"/>
          </a:p>
        </p:txBody>
      </p:sp>
      <p:sp>
        <p:nvSpPr>
          <p:cNvPr id="23" name="TextBox 22">
            <a:extLst>
              <a:ext uri="{FF2B5EF4-FFF2-40B4-BE49-F238E27FC236}">
                <a16:creationId xmlns:a16="http://schemas.microsoft.com/office/drawing/2014/main" id="{751C985A-F5F2-D8F2-3D8E-BB84AC6FFBF5}"/>
              </a:ext>
            </a:extLst>
          </p:cNvPr>
          <p:cNvSpPr txBox="1"/>
          <p:nvPr/>
        </p:nvSpPr>
        <p:spPr>
          <a:xfrm>
            <a:off x="-262606" y="1875453"/>
            <a:ext cx="10627567" cy="4524315"/>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  </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95E3B667-4AA4-8E05-2CB8-E2D78EE28A0D}"/>
              </a:ext>
            </a:extLst>
          </p:cNvPr>
          <p:cNvSpPr txBox="1"/>
          <p:nvPr/>
        </p:nvSpPr>
        <p:spPr>
          <a:xfrm>
            <a:off x="923730" y="1595535"/>
            <a:ext cx="10627567" cy="3139321"/>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27" name="Rectangle 16">
            <a:extLst>
              <a:ext uri="{FF2B5EF4-FFF2-40B4-BE49-F238E27FC236}">
                <a16:creationId xmlns:a16="http://schemas.microsoft.com/office/drawing/2014/main" id="{E859EA8E-FDB1-D589-064D-4CB50CB596CA}"/>
              </a:ext>
            </a:extLst>
          </p:cNvPr>
          <p:cNvSpPr>
            <a:spLocks noChangeArrowheads="1"/>
          </p:cNvSpPr>
          <p:nvPr/>
        </p:nvSpPr>
        <p:spPr bwMode="auto">
          <a:xfrm>
            <a:off x="1108695" y="-5733608"/>
            <a:ext cx="10190676" cy="11157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pP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endParaRPr lang="en-US" altLang="en-US" sz="2200" dirty="0">
              <a:latin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buFontTx/>
              <a:buChar char="•"/>
            </a:pPr>
            <a:r>
              <a:rPr lang="en-US" altLang="en-US" sz="220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The system successfully generated images from text descriptions.</a:t>
            </a:r>
          </a:p>
          <a:p>
            <a:pPr lvl="0" algn="just" defTabSz="914400" eaLnBrk="0" fontAlgn="base" hangingPunct="0">
              <a:lnSpc>
                <a:spcPct val="150000"/>
              </a:lnSpc>
              <a:spcBef>
                <a:spcPct val="0"/>
              </a:spcBef>
              <a:spcAft>
                <a:spcPct val="0"/>
              </a:spcAft>
              <a:buFontTx/>
              <a:buChar char="•"/>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The generated images matched the given text prompts.</a:t>
            </a:r>
          </a:p>
          <a:p>
            <a:pPr lvl="0" algn="just" defTabSz="914400" eaLnBrk="0" fontAlgn="base" hangingPunct="0">
              <a:lnSpc>
                <a:spcPct val="150000"/>
              </a:lnSpc>
              <a:spcBef>
                <a:spcPct val="0"/>
              </a:spcBef>
              <a:spcAft>
                <a:spcPct val="0"/>
              </a:spcAft>
              <a:buFontTx/>
              <a:buChar char="•"/>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The UI images were clear and visually consistent.</a:t>
            </a:r>
          </a:p>
          <a:p>
            <a:pPr lvl="0" algn="just" defTabSz="914400" eaLnBrk="0" fontAlgn="base" hangingPunct="0">
              <a:lnSpc>
                <a:spcPct val="150000"/>
              </a:lnSpc>
              <a:spcBef>
                <a:spcPct val="0"/>
              </a:spcBef>
              <a:spcAft>
                <a:spcPct val="0"/>
              </a:spcAft>
              <a:buFontTx/>
              <a:buChar char="•"/>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The time and effort needed for manual image design was reduced. </a:t>
            </a:r>
          </a:p>
          <a:p>
            <a:pPr lvl="0" algn="just" defTabSz="914400" eaLnBrk="0" fontAlgn="base" hangingPunct="0">
              <a:lnSpc>
                <a:spcPct val="150000"/>
              </a:lnSpc>
              <a:spcBef>
                <a:spcPct val="0"/>
              </a:spcBef>
              <a:spcAft>
                <a:spcPct val="0"/>
              </a:spcAft>
              <a:buFontTx/>
              <a:buChar char="•"/>
            </a:pPr>
            <a:r>
              <a:rPr lang="en-US" sz="2200" dirty="0">
                <a:latin typeface="Times New Roman" panose="02020603050405020304" pitchFamily="18" charset="0"/>
                <a:cs typeface="Times New Roman" panose="02020603050405020304" pitchFamily="18" charset="0"/>
              </a:rPr>
              <a:t> The image generation time varies based on system performance and input complexity</a:t>
            </a:r>
          </a:p>
          <a:p>
            <a:pPr lvl="0" algn="just" defTabSz="914400" eaLnBrk="0" fontAlgn="base" hangingPunct="0">
              <a:lnSpc>
                <a:spcPct val="150000"/>
              </a:lnSpc>
              <a:spcBef>
                <a:spcPct val="0"/>
              </a:spcBef>
              <a:spcAft>
                <a:spcPct val="0"/>
              </a:spcAft>
              <a:buFontTx/>
              <a:buChar char="•"/>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The project shows that text-to-image technology can improve UI development</a:t>
            </a:r>
            <a:r>
              <a:rPr lang="en-US" sz="2400" dirty="0"/>
              <a:t>.</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35329928"/>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B488704-7286-063C-3E8D-FDAFD2AF9F33}"/>
              </a:ext>
            </a:extLst>
          </p:cNvPr>
          <p:cNvPicPr>
            <a:picLocks noChangeAspect="1"/>
          </p:cNvPicPr>
          <p:nvPr/>
        </p:nvPicPr>
        <p:blipFill>
          <a:blip r:embed="rId2"/>
          <a:srcRect/>
          <a:stretch/>
        </p:blipFill>
        <p:spPr>
          <a:xfrm>
            <a:off x="160504" y="0"/>
            <a:ext cx="5407988" cy="6923314"/>
          </a:xfrm>
          <a:prstGeom prst="rect">
            <a:avLst/>
          </a:prstGeom>
        </p:spPr>
      </p:pic>
      <p:pic>
        <p:nvPicPr>
          <p:cNvPr id="6" name="Picture 5">
            <a:extLst>
              <a:ext uri="{FF2B5EF4-FFF2-40B4-BE49-F238E27FC236}">
                <a16:creationId xmlns:a16="http://schemas.microsoft.com/office/drawing/2014/main" id="{88034261-810C-C994-3086-4B981BBA8D5E}"/>
              </a:ext>
            </a:extLst>
          </p:cNvPr>
          <p:cNvPicPr>
            <a:picLocks noChangeAspect="1"/>
          </p:cNvPicPr>
          <p:nvPr/>
        </p:nvPicPr>
        <p:blipFill>
          <a:blip r:embed="rId3"/>
          <a:srcRect/>
          <a:stretch/>
        </p:blipFill>
        <p:spPr>
          <a:xfrm>
            <a:off x="6239824" y="0"/>
            <a:ext cx="5612652" cy="6858000"/>
          </a:xfrm>
          <a:prstGeom prst="rect">
            <a:avLst/>
          </a:prstGeom>
        </p:spPr>
      </p:pic>
    </p:spTree>
    <p:extLst>
      <p:ext uri="{BB962C8B-B14F-4D97-AF65-F5344CB8AC3E}">
        <p14:creationId xmlns:p14="http://schemas.microsoft.com/office/powerpoint/2010/main" val="23209615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BBB730A6-6E8B-44E0-BC05-2B73138A6D74}"/>
              </a:ext>
            </a:extLst>
          </p:cNvPr>
          <p:cNvSpPr>
            <a:spLocks noGrp="1"/>
          </p:cNvSpPr>
          <p:nvPr>
            <p:ph type="subTitle" idx="1"/>
          </p:nvPr>
        </p:nvSpPr>
        <p:spPr>
          <a:xfrm>
            <a:off x="871415" y="1531815"/>
            <a:ext cx="10449169" cy="3516923"/>
          </a:xfrm>
        </p:spPr>
        <p:txBody>
          <a:bodyPr>
            <a:noAutofit/>
          </a:bodyPr>
          <a:lstStyle/>
          <a:p>
            <a:pPr marL="342900" indent="-342900" algn="just">
              <a:buClr>
                <a:schemeClr val="tx1"/>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P. Dhariwal </a:t>
            </a:r>
            <a:r>
              <a:rPr lang="en-IN" sz="2400" dirty="0">
                <a:latin typeface="Times New Roman" panose="02020603050405020304" pitchFamily="18" charset="0"/>
                <a:cs typeface="Times New Roman" panose="02020603050405020304" pitchFamily="18" charset="0"/>
              </a:rPr>
              <a:t>and </a:t>
            </a:r>
            <a:r>
              <a:rPr lang="en-IN" sz="2400" b="1" dirty="0">
                <a:latin typeface="Times New Roman" panose="02020603050405020304" pitchFamily="18" charset="0"/>
                <a:cs typeface="Times New Roman" panose="02020603050405020304" pitchFamily="18" charset="0"/>
              </a:rPr>
              <a:t>A. Nichol</a:t>
            </a:r>
            <a:r>
              <a:rPr lang="en-IN" sz="2400" dirty="0">
                <a:latin typeface="Times New Roman" panose="02020603050405020304" pitchFamily="18" charset="0"/>
                <a:cs typeface="Times New Roman" panose="02020603050405020304" pitchFamily="18" charset="0"/>
              </a:rPr>
              <a:t>, Diffusion Models Beat GANs on Image Synthesis,”</a:t>
            </a:r>
            <a:br>
              <a:rPr lang="en-IN" sz="2400" dirty="0">
                <a:latin typeface="Times New Roman" panose="02020603050405020304" pitchFamily="18" charset="0"/>
                <a:cs typeface="Times New Roman" panose="02020603050405020304" pitchFamily="18" charset="0"/>
              </a:rPr>
            </a:br>
            <a:r>
              <a:rPr lang="en-IN" sz="2400" i="1" dirty="0">
                <a:latin typeface="Times New Roman" panose="02020603050405020304" pitchFamily="18" charset="0"/>
                <a:cs typeface="Times New Roman" panose="02020603050405020304" pitchFamily="18" charset="0"/>
              </a:rPr>
              <a:t>Advances in Neural Information Processing Systems (</a:t>
            </a:r>
            <a:r>
              <a:rPr lang="en-IN" sz="2400" i="1" dirty="0" err="1">
                <a:latin typeface="Times New Roman" panose="02020603050405020304" pitchFamily="18" charset="0"/>
                <a:cs typeface="Times New Roman" panose="02020603050405020304" pitchFamily="18" charset="0"/>
              </a:rPr>
              <a:t>NeurIPS</a:t>
            </a:r>
            <a:r>
              <a:rPr lang="en-IN" sz="2400" i="1" dirty="0">
                <a:latin typeface="Times New Roman" panose="02020603050405020304" pitchFamily="18" charset="0"/>
                <a:cs typeface="Times New Roman" panose="02020603050405020304" pitchFamily="18" charset="0"/>
              </a:rPr>
              <a:t>)</a:t>
            </a:r>
            <a:r>
              <a:rPr lang="en-IN" sz="2400" dirty="0">
                <a:latin typeface="Times New Roman" panose="02020603050405020304" pitchFamily="18" charset="0"/>
                <a:cs typeface="Times New Roman" panose="02020603050405020304" pitchFamily="18" charset="0"/>
              </a:rPr>
              <a:t>, vol. 34, pp. 8780–8794, 2021</a:t>
            </a:r>
            <a:r>
              <a:rPr lang="en-IN" dirty="0">
                <a:latin typeface="Times New Roman" panose="02020603050405020304" pitchFamily="18" charset="0"/>
                <a:cs typeface="Times New Roman" panose="02020603050405020304" pitchFamily="18" charset="0"/>
              </a:rPr>
              <a:t>.</a:t>
            </a:r>
          </a:p>
          <a:p>
            <a:pPr marL="342900" indent="-342900" algn="just">
              <a:buClr>
                <a:schemeClr val="tx1"/>
              </a:buCl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J .</a:t>
            </a:r>
            <a:r>
              <a:rPr lang="en-IN" sz="2400" b="1" dirty="0" err="1">
                <a:latin typeface="Times New Roman" panose="02020603050405020304" pitchFamily="18" charset="0"/>
                <a:cs typeface="Times New Roman" panose="02020603050405020304" pitchFamily="18" charset="0"/>
              </a:rPr>
              <a:t>Oppenlaender</a:t>
            </a:r>
            <a:r>
              <a:rPr lang="en-IN"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a:t>
            </a:r>
            <a:r>
              <a:rPr lang="en-US" sz="2400" i="1" dirty="0">
                <a:latin typeface="Times New Roman" panose="02020603050405020304" pitchFamily="18" charset="0"/>
                <a:cs typeface="Times New Roman" panose="02020603050405020304" pitchFamily="18" charset="0"/>
              </a:rPr>
              <a:t>Proceedings of the ACM Conference on Creativity and Cognition</a:t>
            </a:r>
            <a:r>
              <a:rPr lang="en-US" sz="2400" dirty="0">
                <a:latin typeface="Times New Roman" panose="02020603050405020304" pitchFamily="18" charset="0"/>
                <a:cs typeface="Times New Roman" panose="02020603050405020304" pitchFamily="18" charset="0"/>
              </a:rPr>
              <a:t>, 2022.</a:t>
            </a:r>
          </a:p>
          <a:p>
            <a:pPr marL="342900" indent="-342900" algn="just">
              <a:buClr>
                <a:schemeClr val="tx1"/>
              </a:buClr>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 P. Chavez, W. Mamani</a:t>
            </a:r>
            <a:r>
              <a:rPr lang="en-IN" sz="2400" dirty="0">
                <a:latin typeface="Times New Roman" panose="02020603050405020304" pitchFamily="18" charset="0"/>
                <a:cs typeface="Times New Roman" panose="02020603050405020304" pitchFamily="18" charset="0"/>
              </a:rPr>
              <a:t>, and </a:t>
            </a:r>
            <a:r>
              <a:rPr lang="en-IN" sz="2400" b="1" dirty="0">
                <a:latin typeface="Times New Roman" panose="02020603050405020304" pitchFamily="18" charset="0"/>
                <a:cs typeface="Times New Roman" panose="02020603050405020304" pitchFamily="18" charset="0"/>
              </a:rPr>
              <a:t>S. Lee</a:t>
            </a:r>
            <a:r>
              <a:rPr lang="en-US" sz="2400" dirty="0">
                <a:latin typeface="Times New Roman" panose="02020603050405020304" pitchFamily="18" charset="0"/>
                <a:cs typeface="Times New Roman" panose="02020603050405020304" pitchFamily="18" charset="0"/>
              </a:rPr>
              <a:t>., Implementation of Text-to-Image Generators in the Development of the Usability Interface for the Construction of a Web Page,”</a:t>
            </a:r>
          </a:p>
          <a:p>
            <a:pPr marL="342900" indent="-342900" algn="just">
              <a:buClr>
                <a:schemeClr val="tx1"/>
              </a:buClr>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983F80C9-23CB-4222-A9AF-B3BB658574DC}"/>
              </a:ext>
            </a:extLst>
          </p:cNvPr>
          <p:cNvSpPr/>
          <p:nvPr/>
        </p:nvSpPr>
        <p:spPr>
          <a:xfrm>
            <a:off x="4295812" y="646165"/>
            <a:ext cx="2459328" cy="584775"/>
          </a:xfrm>
          <a:prstGeom prst="rect">
            <a:avLst/>
          </a:prstGeom>
          <a:noFill/>
        </p:spPr>
        <p:txBody>
          <a:bodyPr wrap="none" lIns="91440" tIns="45720" rIns="91440" bIns="45720">
            <a:spAutoFit/>
          </a:bodyPr>
          <a:lstStyle/>
          <a:p>
            <a:pPr algn="ctr"/>
            <a:r>
              <a:rPr lang="en-US" sz="3200" b="0" cap="none" spc="0" dirty="0">
                <a:ln w="0"/>
                <a:solidFill>
                  <a:srgbClr val="6666FF"/>
                </a:solidFill>
                <a:effectLst>
                  <a:reflection blurRad="6350" stA="53000" endA="300" endPos="35500" dir="5400000" sy="-90000" algn="bl" rotWithShape="0"/>
                </a:effectLst>
              </a:rPr>
              <a:t>REFERENCES</a:t>
            </a:r>
          </a:p>
        </p:txBody>
      </p:sp>
    </p:spTree>
    <p:extLst>
      <p:ext uri="{BB962C8B-B14F-4D97-AF65-F5344CB8AC3E}">
        <p14:creationId xmlns:p14="http://schemas.microsoft.com/office/powerpoint/2010/main" val="555568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530709" y="2631866"/>
            <a:ext cx="5345097" cy="923330"/>
          </a:xfrm>
          <a:prstGeom prst="rect">
            <a:avLst/>
          </a:prstGeom>
          <a:noFill/>
        </p:spPr>
        <p:txBody>
          <a:bodyPr wrap="squar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en-US" sz="5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Thank You</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3">
                                            <p:txEl>
                                              <p:pRg st="0" end="0"/>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image" Target="../media/image4.jpeg"/></Relationships>
</file>

<file path=ppt/theme/_rels/theme4.xml.rels><?xml version="1.0" encoding="UTF-8" standalone="yes"?>
<Relationships xmlns="http://schemas.openxmlformats.org/package/2006/relationships"><Relationship Id="rId1" Type="http://schemas.openxmlformats.org/officeDocument/2006/relationships/image" Target="../media/image6.jpeg"/></Relationships>
</file>

<file path=ppt/theme/theme1.xml><?xml version="1.0" encoding="utf-8"?>
<a:theme xmlns:a="http://schemas.openxmlformats.org/drawingml/2006/main" name="Metro">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Metro">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bg1">
                <a:shade val="100000"/>
                <a:satMod val="150000"/>
              </a:schemeClr>
            </a:gs>
            <a:gs pos="65000">
              <a:schemeClr val="bg1">
                <a:shade val="90000"/>
                <a:satMod val="375000"/>
              </a:schemeClr>
            </a:gs>
            <a:gs pos="100000">
              <a:schemeClr val="phClr">
                <a:tint val="88000"/>
                <a:satMod val="400000"/>
              </a:schemeClr>
            </a:gs>
          </a:gsLst>
          <a:lin ang="5400000" scaled="0"/>
        </a:gradFill>
        <a:blipFill>
          <a:blip xmlns:r="http://schemas.openxmlformats.org/officeDocument/2006/relationships" r:embed="rId1">
            <a:duotone>
              <a:schemeClr val="phClr">
                <a:shade val="40000"/>
                <a:satMod val="180000"/>
              </a:schemeClr>
              <a:schemeClr val="phClr">
                <a:tint val="90000"/>
                <a:satMod val="200000"/>
              </a:schemeClr>
            </a:duotone>
          </a:blip>
          <a:tile tx="0" ty="0" sx="80000" sy="80000" flip="none"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Horizon">
  <a:themeElements>
    <a:clrScheme name="Horizon">
      <a:dk1>
        <a:srgbClr val="000000"/>
      </a:dk1>
      <a:lt1>
        <a:srgbClr val="FFFFFF"/>
      </a:lt1>
      <a:dk2>
        <a:srgbClr val="1F2123"/>
      </a:dk2>
      <a:lt2>
        <a:srgbClr val="DC9E1F"/>
      </a:lt2>
      <a:accent1>
        <a:srgbClr val="7E97AD"/>
      </a:accent1>
      <a:accent2>
        <a:srgbClr val="CC8E60"/>
      </a:accent2>
      <a:accent3>
        <a:srgbClr val="7A6A60"/>
      </a:accent3>
      <a:accent4>
        <a:srgbClr val="B4936D"/>
      </a:accent4>
      <a:accent5>
        <a:srgbClr val="67787B"/>
      </a:accent5>
      <a:accent6>
        <a:srgbClr val="9D936F"/>
      </a:accent6>
      <a:hlink>
        <a:srgbClr val="646464"/>
      </a:hlink>
      <a:folHlink>
        <a:srgbClr val="969696"/>
      </a:folHlink>
    </a:clrScheme>
    <a:fontScheme name="Horizon">
      <a:maj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Horizon">
      <a:fillStyleLst>
        <a:solidFill>
          <a:schemeClr val="phClr"/>
        </a:solidFill>
        <a:gradFill rotWithShape="1">
          <a:gsLst>
            <a:gs pos="0">
              <a:schemeClr val="phClr">
                <a:tint val="83000"/>
                <a:shade val="100000"/>
                <a:satMod val="100000"/>
              </a:schemeClr>
            </a:gs>
            <a:gs pos="100000">
              <a:schemeClr val="phClr">
                <a:tint val="61000"/>
                <a:alpha val="100000"/>
                <a:satMod val="200000"/>
              </a:schemeClr>
            </a:gs>
          </a:gsLst>
          <a:path path="circle">
            <a:fillToRect l="100000" t="100000" r="100000" b="100000"/>
          </a:path>
        </a:gradFill>
        <a:gradFill rotWithShape="1">
          <a:gsLst>
            <a:gs pos="0">
              <a:schemeClr val="phClr">
                <a:shade val="85000"/>
              </a:schemeClr>
            </a:gs>
            <a:gs pos="100000">
              <a:schemeClr val="phClr">
                <a:tint val="90000"/>
                <a:alpha val="100000"/>
                <a:satMod val="20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2924" dir="5400000" rotWithShape="0">
              <a:srgbClr val="000000">
                <a:alpha val="40000"/>
              </a:srgbClr>
            </a:outerShdw>
          </a:effectLst>
        </a:effectStyle>
        <a:effectStyle>
          <a:effectLst>
            <a:outerShdw blurRad="50800" dist="25400" dir="5400000" rotWithShape="0">
              <a:srgbClr val="000000">
                <a:alpha val="40000"/>
              </a:srgbClr>
            </a:outerShdw>
          </a:effectLst>
          <a:scene3d>
            <a:camera prst="orthographicFront">
              <a:rot lat="0" lon="0" rev="0"/>
            </a:camera>
            <a:lightRig rig="flat" dir="t">
              <a:rot lat="0" lon="0" rev="3600000"/>
            </a:lightRig>
          </a:scene3d>
          <a:sp3d prstMaterial="flat">
            <a:bevelT w="34925" h="47625" prst="coolSlant"/>
          </a:sp3d>
        </a:effectStyle>
      </a:effectStyleLst>
      <a:bgFillStyleLst>
        <a:solidFill>
          <a:schemeClr val="phClr"/>
        </a:solidFill>
        <a:gradFill rotWithShape="1">
          <a:gsLst>
            <a:gs pos="0">
              <a:schemeClr val="phClr">
                <a:tint val="96000"/>
                <a:shade val="100000"/>
                <a:alpha val="100000"/>
                <a:satMod val="140000"/>
              </a:schemeClr>
            </a:gs>
            <a:gs pos="31000">
              <a:schemeClr val="phClr">
                <a:tint val="100000"/>
                <a:shade val="90000"/>
                <a:alpha val="100000"/>
              </a:schemeClr>
            </a:gs>
            <a:gs pos="100000">
              <a:schemeClr val="phClr">
                <a:tint val="100000"/>
                <a:shade val="80000"/>
                <a:alpha val="100000"/>
              </a:schemeClr>
            </a:gs>
          </a:gsLst>
          <a:lin ang="5400000" scaled="0"/>
        </a:gradFill>
        <a:gradFill rotWithShape="1">
          <a:gsLst>
            <a:gs pos="0">
              <a:schemeClr val="phClr">
                <a:tint val="96000"/>
                <a:shade val="100000"/>
                <a:alpha val="100000"/>
                <a:satMod val="180000"/>
              </a:schemeClr>
            </a:gs>
            <a:gs pos="41000">
              <a:schemeClr val="phClr">
                <a:tint val="100000"/>
                <a:shade val="100000"/>
                <a:alpha val="100000"/>
                <a:satMod val="150000"/>
              </a:schemeClr>
            </a:gs>
            <a:gs pos="100000">
              <a:schemeClr val="phClr">
                <a:tint val="100000"/>
                <a:shade val="65000"/>
                <a:alpha val="100000"/>
              </a:schemeClr>
            </a:gs>
          </a:gsLst>
          <a:path path="circle">
            <a:fillToRect l="50000" t="8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Waveform">
  <a:themeElements>
    <a:clrScheme name="Angle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Waveform">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aveform">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Slipstream">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Slipstream">
      <a:majorFont>
        <a:latin typeface="Trebuchet MS"/>
        <a:ea typeface=""/>
        <a:cs typeface=""/>
        <a:font script="Jpan" typeface="HGｺﾞｼｯｸM"/>
        <a:font script="Hang" typeface="HY그래픽B"/>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ｺﾞｼｯｸM"/>
        <a:font script="Hang" typeface="HY그래픽M"/>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ipstream">
      <a:fillStyleLst>
        <a:solidFill>
          <a:schemeClr val="phClr"/>
        </a:solidFill>
        <a:gradFill rotWithShape="1">
          <a:gsLst>
            <a:gs pos="28000">
              <a:schemeClr val="phClr">
                <a:tint val="18000"/>
                <a:satMod val="120000"/>
                <a:lumMod val="88000"/>
              </a:schemeClr>
            </a:gs>
            <a:gs pos="100000">
              <a:schemeClr val="phClr">
                <a:tint val="40000"/>
                <a:satMod val="100000"/>
                <a:lumMod val="78000"/>
              </a:schemeClr>
            </a:gs>
          </a:gsLst>
          <a:lin ang="5400000" scaled="0"/>
        </a:gradFill>
        <a:gradFill rotWithShape="1">
          <a:gsLst>
            <a:gs pos="0">
              <a:schemeClr val="phClr">
                <a:lumMod val="95000"/>
              </a:schemeClr>
            </a:gs>
            <a:gs pos="100000">
              <a:schemeClr val="phClr">
                <a:shade val="82000"/>
                <a:satMod val="125000"/>
                <a:lumMod val="74000"/>
              </a:schemeClr>
            </a:gs>
          </a:gsLst>
          <a:lin ang="5400000" scaled="0"/>
        </a:gradFill>
      </a:fillStyleLst>
      <a:lnStyleLst>
        <a:ln w="9525" cap="flat" cmpd="sng" algn="ctr">
          <a:solidFill>
            <a:schemeClr val="phClr"/>
          </a:solidFill>
          <a:prstDash val="solid"/>
        </a:ln>
        <a:ln w="15875" cap="flat" cmpd="sng" algn="ctr">
          <a:solidFill>
            <a:schemeClr val="phClr">
              <a:shade val="75000"/>
              <a:satMod val="125000"/>
              <a:lumMod val="75000"/>
            </a:schemeClr>
          </a:solidFill>
          <a:prstDash val="solid"/>
        </a:ln>
        <a:ln w="25400" cap="flat" cmpd="sng" algn="ctr">
          <a:solidFill>
            <a:schemeClr val="phClr"/>
          </a:solidFill>
          <a:prstDash val="solid"/>
        </a:ln>
      </a:lnStyleLst>
      <a:effectStyleLst>
        <a:effectStyle>
          <a:effectLst>
            <a:outerShdw blurRad="63500" dist="50800" dir="5400000" sx="98000" sy="98000" rotWithShape="0">
              <a:srgbClr val="000000">
                <a:alpha val="20000"/>
              </a:srgbClr>
            </a:outerShdw>
          </a:effectLst>
        </a:effectStyle>
        <a:effectStyle>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a:effectStyle>
        <a:effectStyle>
          <a:effectLst>
            <a:reflection blurRad="38100" stA="26000" endPos="23000" dist="25400" dir="5400000" sy="-100000" rotWithShape="0"/>
          </a:effectLst>
          <a:scene3d>
            <a:camera prst="orthographicFront">
              <a:rot lat="0" lon="0" rev="0"/>
            </a:camera>
            <a:lightRig rig="balanced" dir="tr"/>
          </a:scene3d>
          <a:sp3d contourW="14605" prstMaterial="plastic">
            <a:bevelT w="50800"/>
            <a:contourClr>
              <a:schemeClr val="phClr">
                <a:shade val="30000"/>
                <a:satMod val="120000"/>
              </a:schemeClr>
            </a:contourClr>
          </a:sp3d>
        </a:effectStyle>
      </a:effectStyleLst>
      <a:bgFillStyleLst>
        <a:solidFill>
          <a:schemeClr val="phClr"/>
        </a:solidFill>
        <a:gradFill rotWithShape="1">
          <a:gsLst>
            <a:gs pos="0">
              <a:schemeClr val="phClr">
                <a:tint val="98000"/>
                <a:shade val="90000"/>
                <a:satMod val="160000"/>
                <a:lumMod val="100000"/>
              </a:schemeClr>
            </a:gs>
            <a:gs pos="60000">
              <a:schemeClr val="phClr">
                <a:tint val="95000"/>
                <a:shade val="100000"/>
                <a:satMod val="130000"/>
                <a:lumMod val="130000"/>
              </a:schemeClr>
            </a:gs>
            <a:gs pos="100000">
              <a:schemeClr val="phClr">
                <a:tint val="97000"/>
                <a:shade val="100000"/>
                <a:hueMod val="100000"/>
                <a:satMod val="140000"/>
                <a:lumMod val="80000"/>
              </a:schemeClr>
            </a:gs>
          </a:gsLst>
          <a:path path="circle">
            <a:fillToRect l="20000" t="10000" r="20000" b="60000"/>
          </a:path>
        </a:gradFill>
        <a:gradFill rotWithShape="1">
          <a:gsLst>
            <a:gs pos="0">
              <a:schemeClr val="phClr">
                <a:tint val="94000"/>
                <a:satMod val="160000"/>
                <a:lumMod val="160000"/>
              </a:schemeClr>
            </a:gs>
            <a:gs pos="42000">
              <a:schemeClr val="phClr">
                <a:tint val="94000"/>
                <a:shade val="94000"/>
                <a:satMod val="160000"/>
                <a:lumMod val="130000"/>
              </a:schemeClr>
            </a:gs>
            <a:gs pos="100000">
              <a:schemeClr val="phClr">
                <a:tint val="97000"/>
                <a:shade val="94000"/>
                <a:satMod val="180000"/>
                <a:lumMod val="84000"/>
              </a:schemeClr>
            </a:gs>
          </a:gsLst>
          <a:path path="circle">
            <a:fillToRect l="24000" t="44000" r="24000" b="12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AITS</Template>
  <TotalTime>1157</TotalTime>
  <Words>804</Words>
  <Application>Microsoft Office PowerPoint</Application>
  <PresentationFormat>Widescreen</PresentationFormat>
  <Paragraphs>117</Paragraphs>
  <Slides>11</Slides>
  <Notes>0</Notes>
  <HiddenSlides>0</HiddenSlides>
  <MMClips>0</MMClips>
  <ScaleCrop>false</ScaleCrop>
  <HeadingPairs>
    <vt:vector size="6" baseType="variant">
      <vt:variant>
        <vt:lpstr>Fonts Used</vt:lpstr>
      </vt:variant>
      <vt:variant>
        <vt:i4>14</vt:i4>
      </vt:variant>
      <vt:variant>
        <vt:lpstr>Theme</vt:lpstr>
      </vt:variant>
      <vt:variant>
        <vt:i4>5</vt:i4>
      </vt:variant>
      <vt:variant>
        <vt:lpstr>Slide Titles</vt:lpstr>
      </vt:variant>
      <vt:variant>
        <vt:i4>11</vt:i4>
      </vt:variant>
    </vt:vector>
  </HeadingPairs>
  <TitlesOfParts>
    <vt:vector size="30" baseType="lpstr">
      <vt:lpstr>Algerian</vt:lpstr>
      <vt:lpstr>Arial</vt:lpstr>
      <vt:lpstr>Arial Black</vt:lpstr>
      <vt:lpstr>Arial Narrow</vt:lpstr>
      <vt:lpstr>Candara</vt:lpstr>
      <vt:lpstr>Consolas</vt:lpstr>
      <vt:lpstr>Corbel</vt:lpstr>
      <vt:lpstr>Georgia</vt:lpstr>
      <vt:lpstr>Symbol</vt:lpstr>
      <vt:lpstr>Times New Roman</vt:lpstr>
      <vt:lpstr>Trebuchet MS</vt:lpstr>
      <vt:lpstr>Wingdings</vt:lpstr>
      <vt:lpstr>Wingdings 2</vt:lpstr>
      <vt:lpstr>Wingdings 3</vt:lpstr>
      <vt:lpstr>Metro</vt:lpstr>
      <vt:lpstr>Horizon</vt:lpstr>
      <vt:lpstr>Civic</vt:lpstr>
      <vt:lpstr>Waveform</vt:lpstr>
      <vt:lpstr>Slipstream</vt:lpstr>
      <vt:lpstr>ANNAMACHARYA INSTITUTE OF TECHNOLOGY AND SCIENCES::TIRUPATI (AUTONOMOUS) Artificial Intelligence &amp; Data Science A.Y.: 2025-2026 ABSTRACT REVIEW  A Text-to-Image Generators in the Development of the Usability Interface</vt:lpstr>
      <vt:lpstr>This study presents the implementation of a text-to-image generation system that converts natural language descriptions into corresponding visual outputs using deep learning–based generative models. The study focuses on understanding how textual prompts are processed and mapped to image features for meaningful image synthesis. Modern generative techniques are employed to learn semantic relationships between text and images and to produce diverse visual results. A minimal interface is used only to demonstrate the     generation process and visualize outputs. The proposed system aims to make text-to-image generation easier to understand for academic learning and experimentation. The approach highlights the capabilities and limitations of generative models in practical applications.  </vt:lpstr>
      <vt:lpstr>Title Relevance and Justification</vt:lpstr>
      <vt:lpstr>PowerPoint Presentation</vt:lpstr>
      <vt:lpstr>Abstract Structure and Clarity</vt:lpstr>
      <vt:lpstr>Methodology Overview</vt:lpstr>
      <vt:lpstr>Originality and Novel Contribution</vt:lpstr>
      <vt:lpstr>Results, Outcomes, and Implications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sasi kumar</dc:creator>
  <cp:lastModifiedBy>vasagiri prabhas</cp:lastModifiedBy>
  <cp:revision>140</cp:revision>
  <dcterms:created xsi:type="dcterms:W3CDTF">2021-12-20T13:54:00Z</dcterms:created>
  <dcterms:modified xsi:type="dcterms:W3CDTF">2026-01-07T17:51:19Z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F7B180E6C5A649F49ED6F1C2A21B4EFB_12</vt:lpwstr>
  </property>
  <property fmtid="{D5CDD505-2E9C-101B-9397-08002B2CF9AE}" pid="3" name="KSOProductBuildVer">
    <vt:lpwstr>1033-12.2.0.19307</vt:lpwstr>
  </property>
</Properties>
</file>